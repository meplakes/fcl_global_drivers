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DD0FF"/>
    <a:srgbClr val="FA879D"/>
    <a:srgbClr val="FFEC92"/>
    <a:srgbClr val="FFD2DB"/>
    <a:srgbClr val="FFBFDB"/>
    <a:srgbClr val="FDF7B5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/>
    <p:restoredTop sz="94715"/>
  </p:normalViewPr>
  <p:slideViewPr>
    <p:cSldViewPr snapToGrid="0">
      <p:cViewPr varScale="1">
        <p:scale>
          <a:sx n="95" d="100"/>
          <a:sy n="95" d="100"/>
        </p:scale>
        <p:origin x="2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F40E6-77DD-EF40-8B43-9FE86C95ACC5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1CC00-6436-7440-8546-B64E85EC62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13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4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339F-6E8A-9DFE-0DD5-1E4A5045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3C05707-3C91-8728-85D0-3AE7537BC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0D27F2-9EE9-C65D-1955-E605AB758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1CAF39-A66E-0708-D1CF-9FB9B33F7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49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2B60-1CDB-C484-F0E1-80CE2CCF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E0A862-1DE7-B090-6D48-AC0994548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DD574B-C67F-1D3E-DF7E-C9B9E6C92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9ABC22-DBE4-7875-AAE0-8C520CEE5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36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056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70A6-92A0-53EA-B13E-913FC4F6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F918A8-5B89-7C10-81E8-F35D45E59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515A22-3D91-D011-D5C2-FE1423FEF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80A195-0757-73D4-CCE2-B25159537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16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BDC3-0703-74ED-D055-D21EAC97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776C28-CF8C-6791-9F59-35C36B46B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59D28F-4E5C-145A-19DB-8C9085578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6605A8-AB44-7694-3B6A-AA10FCC63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19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62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73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01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48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9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14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1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1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70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24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72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81B82-ADC7-8246-B1C0-2F7117FEAFD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sv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sv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sv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D10EBF81-2CB9-4DC9-7734-D350A1E0EADF}"/>
              </a:ext>
            </a:extLst>
          </p:cNvPr>
          <p:cNvSpPr/>
          <p:nvPr/>
        </p:nvSpPr>
        <p:spPr>
          <a:xfrm rot="16200000">
            <a:off x="2646782" y="1947974"/>
            <a:ext cx="4037458" cy="7430027"/>
          </a:xfrm>
          <a:prstGeom prst="arc">
            <a:avLst>
              <a:gd name="adj1" fmla="val 16709483"/>
              <a:gd name="adj2" fmla="val 4869032"/>
            </a:avLst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9A60432-4C9E-BE67-9E82-DC61BD98468B}"/>
              </a:ext>
            </a:extLst>
          </p:cNvPr>
          <p:cNvGrpSpPr/>
          <p:nvPr/>
        </p:nvGrpSpPr>
        <p:grpSpPr>
          <a:xfrm>
            <a:off x="8124754" y="97360"/>
            <a:ext cx="1074656" cy="912923"/>
            <a:chOff x="2498399" y="750382"/>
            <a:chExt cx="1074656" cy="912923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BB9F350-6818-D83A-5557-4B3F1E8F3451}"/>
                </a:ext>
              </a:extLst>
            </p:cNvPr>
            <p:cNvGrpSpPr/>
            <p:nvPr/>
          </p:nvGrpSpPr>
          <p:grpSpPr>
            <a:xfrm>
              <a:off x="2498399" y="750382"/>
              <a:ext cx="1074656" cy="833357"/>
              <a:chOff x="2394407" y="561107"/>
              <a:chExt cx="3095948" cy="2389486"/>
            </a:xfrm>
          </p:grpSpPr>
          <p:sp>
            <p:nvSpPr>
              <p:cNvPr id="9" name="Forme libre 8">
                <a:extLst>
                  <a:ext uri="{FF2B5EF4-FFF2-40B4-BE49-F238E27FC236}">
                    <a16:creationId xmlns:a16="http://schemas.microsoft.com/office/drawing/2014/main" id="{FBE824D5-EC83-A6C9-D328-84C99FC9C818}"/>
                  </a:ext>
                </a:extLst>
              </p:cNvPr>
              <p:cNvSpPr/>
              <p:nvPr/>
            </p:nvSpPr>
            <p:spPr>
              <a:xfrm>
                <a:off x="2479249" y="1229649"/>
                <a:ext cx="1498862" cy="1504124"/>
              </a:xfrm>
              <a:custGeom>
                <a:avLst/>
                <a:gdLst>
                  <a:gd name="connsiteX0" fmla="*/ 0 w 1498862"/>
                  <a:gd name="connsiteY0" fmla="*/ 1504124 h 1504124"/>
                  <a:gd name="connsiteX1" fmla="*/ 848413 w 1498862"/>
                  <a:gd name="connsiteY1" fmla="*/ 1193040 h 1504124"/>
                  <a:gd name="connsiteX2" fmla="*/ 1319753 w 1498862"/>
                  <a:gd name="connsiteY2" fmla="*/ 165518 h 1504124"/>
                  <a:gd name="connsiteX3" fmla="*/ 1498862 w 1498862"/>
                  <a:gd name="connsiteY3" fmla="*/ 14689 h 150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8862" h="1504124">
                    <a:moveTo>
                      <a:pt x="0" y="1504124"/>
                    </a:moveTo>
                    <a:cubicBezTo>
                      <a:pt x="314227" y="1460132"/>
                      <a:pt x="628454" y="1416141"/>
                      <a:pt x="848413" y="1193040"/>
                    </a:cubicBezTo>
                    <a:cubicBezTo>
                      <a:pt x="1068372" y="969939"/>
                      <a:pt x="1211345" y="361910"/>
                      <a:pt x="1319753" y="165518"/>
                    </a:cubicBezTo>
                    <a:cubicBezTo>
                      <a:pt x="1428161" y="-30874"/>
                      <a:pt x="1463511" y="-8093"/>
                      <a:pt x="1498862" y="14689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Forme libre 9">
                <a:extLst>
                  <a:ext uri="{FF2B5EF4-FFF2-40B4-BE49-F238E27FC236}">
                    <a16:creationId xmlns:a16="http://schemas.microsoft.com/office/drawing/2014/main" id="{7034DC42-B111-17D1-4955-206E538C229D}"/>
                  </a:ext>
                </a:extLst>
              </p:cNvPr>
              <p:cNvSpPr/>
              <p:nvPr/>
            </p:nvSpPr>
            <p:spPr>
              <a:xfrm flipH="1">
                <a:off x="3916080" y="1229649"/>
                <a:ext cx="1498862" cy="1504124"/>
              </a:xfrm>
              <a:custGeom>
                <a:avLst/>
                <a:gdLst>
                  <a:gd name="connsiteX0" fmla="*/ 0 w 1498862"/>
                  <a:gd name="connsiteY0" fmla="*/ 1504124 h 1504124"/>
                  <a:gd name="connsiteX1" fmla="*/ 848413 w 1498862"/>
                  <a:gd name="connsiteY1" fmla="*/ 1193040 h 1504124"/>
                  <a:gd name="connsiteX2" fmla="*/ 1319753 w 1498862"/>
                  <a:gd name="connsiteY2" fmla="*/ 165518 h 1504124"/>
                  <a:gd name="connsiteX3" fmla="*/ 1498862 w 1498862"/>
                  <a:gd name="connsiteY3" fmla="*/ 14689 h 150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8862" h="1504124">
                    <a:moveTo>
                      <a:pt x="0" y="1504124"/>
                    </a:moveTo>
                    <a:cubicBezTo>
                      <a:pt x="314227" y="1460132"/>
                      <a:pt x="628454" y="1416141"/>
                      <a:pt x="848413" y="1193040"/>
                    </a:cubicBezTo>
                    <a:cubicBezTo>
                      <a:pt x="1068372" y="969939"/>
                      <a:pt x="1211345" y="361910"/>
                      <a:pt x="1319753" y="165518"/>
                    </a:cubicBezTo>
                    <a:cubicBezTo>
                      <a:pt x="1428161" y="-30874"/>
                      <a:pt x="1463511" y="-8093"/>
                      <a:pt x="1498862" y="14689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2CC190D1-F72B-46C2-6B77-F7847701409C}"/>
                  </a:ext>
                </a:extLst>
              </p:cNvPr>
              <p:cNvSpPr/>
              <p:nvPr/>
            </p:nvSpPr>
            <p:spPr>
              <a:xfrm rot="5400000">
                <a:off x="3617157" y="1077395"/>
                <a:ext cx="650448" cy="3095948"/>
              </a:xfrm>
              <a:prstGeom prst="arc">
                <a:avLst>
                  <a:gd name="adj1" fmla="val 16416319"/>
                  <a:gd name="adj2" fmla="val 5166585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A5326C05-3F1D-A8A8-461D-98FE126BF6B0}"/>
                  </a:ext>
                </a:extLst>
              </p:cNvPr>
              <p:cNvSpPr/>
              <p:nvPr/>
            </p:nvSpPr>
            <p:spPr>
              <a:xfrm>
                <a:off x="3203927" y="909109"/>
                <a:ext cx="1498861" cy="1174217"/>
              </a:xfrm>
              <a:custGeom>
                <a:avLst/>
                <a:gdLst>
                  <a:gd name="connsiteX0" fmla="*/ 0 w 1093509"/>
                  <a:gd name="connsiteY0" fmla="*/ 782464 h 782464"/>
                  <a:gd name="connsiteX1" fmla="*/ 509047 w 1093509"/>
                  <a:gd name="connsiteY1" fmla="*/ 39 h 782464"/>
                  <a:gd name="connsiteX2" fmla="*/ 1093509 w 1093509"/>
                  <a:gd name="connsiteY2" fmla="*/ 744757 h 782464"/>
                  <a:gd name="connsiteX3" fmla="*/ 1093509 w 1093509"/>
                  <a:gd name="connsiteY3" fmla="*/ 744757 h 782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509" h="782464">
                    <a:moveTo>
                      <a:pt x="0" y="782464"/>
                    </a:moveTo>
                    <a:cubicBezTo>
                      <a:pt x="163398" y="394393"/>
                      <a:pt x="326796" y="6323"/>
                      <a:pt x="509047" y="39"/>
                    </a:cubicBezTo>
                    <a:cubicBezTo>
                      <a:pt x="691298" y="-6245"/>
                      <a:pt x="1093509" y="744757"/>
                      <a:pt x="1093509" y="744757"/>
                    </a:cubicBezTo>
                    <a:lnTo>
                      <a:pt x="1093509" y="744757"/>
                    </a:lnTo>
                  </a:path>
                </a:pathLst>
              </a:custGeom>
              <a:noFill/>
              <a:ln w="38100">
                <a:solidFill>
                  <a:schemeClr val="bg2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3449D66C-E234-CC88-36AB-630691AA0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4361" y="1244338"/>
                <a:ext cx="0" cy="1706255"/>
              </a:xfrm>
              <a:prstGeom prst="line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ABB0ED9D-9329-0D8B-80DB-AADE4F5816BD}"/>
                  </a:ext>
                </a:extLst>
              </p:cNvPr>
              <p:cNvSpPr/>
              <p:nvPr/>
            </p:nvSpPr>
            <p:spPr>
              <a:xfrm>
                <a:off x="3640506" y="561107"/>
                <a:ext cx="593374" cy="6144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Forme libre 15">
                <a:extLst>
                  <a:ext uri="{FF2B5EF4-FFF2-40B4-BE49-F238E27FC236}">
                    <a16:creationId xmlns:a16="http://schemas.microsoft.com/office/drawing/2014/main" id="{97991887-8219-50F6-932B-28D3D4278740}"/>
                  </a:ext>
                </a:extLst>
              </p:cNvPr>
              <p:cNvSpPr/>
              <p:nvPr/>
            </p:nvSpPr>
            <p:spPr>
              <a:xfrm>
                <a:off x="4020588" y="959427"/>
                <a:ext cx="103694" cy="113121"/>
              </a:xfrm>
              <a:custGeom>
                <a:avLst/>
                <a:gdLst>
                  <a:gd name="connsiteX0" fmla="*/ 0 w 103695"/>
                  <a:gd name="connsiteY0" fmla="*/ 0 h 113122"/>
                  <a:gd name="connsiteX1" fmla="*/ 103695 w 103695"/>
                  <a:gd name="connsiteY1" fmla="*/ 113122 h 11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695" h="113122">
                    <a:moveTo>
                      <a:pt x="0" y="0"/>
                    </a:moveTo>
                    <a:lnTo>
                      <a:pt x="103695" y="113122"/>
                    </a:lnTo>
                  </a:path>
                </a:pathLst>
              </a:custGeom>
              <a:noFill/>
              <a:ln w="476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27A002F2-97E9-0043-5E52-F1BEEDB87656}"/>
                </a:ext>
              </a:extLst>
            </p:cNvPr>
            <p:cNvSpPr/>
            <p:nvPr/>
          </p:nvSpPr>
          <p:spPr>
            <a:xfrm rot="5400000">
              <a:off x="2941586" y="1160482"/>
              <a:ext cx="188283" cy="817363"/>
            </a:xfrm>
            <a:prstGeom prst="arc">
              <a:avLst>
                <a:gd name="adj1" fmla="val 16416319"/>
                <a:gd name="adj2" fmla="val 516658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1FD3F16D-0A1F-D401-BECB-8624167BD476}"/>
              </a:ext>
            </a:extLst>
          </p:cNvPr>
          <p:cNvGrpSpPr/>
          <p:nvPr/>
        </p:nvGrpSpPr>
        <p:grpSpPr>
          <a:xfrm>
            <a:off x="7393495" y="2085112"/>
            <a:ext cx="998686" cy="568037"/>
            <a:chOff x="4665511" y="1891861"/>
            <a:chExt cx="1630765" cy="992489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111AD797-8F54-FF46-5B25-3DD7DAE45F07}"/>
                </a:ext>
              </a:extLst>
            </p:cNvPr>
            <p:cNvGrpSpPr/>
            <p:nvPr/>
          </p:nvGrpSpPr>
          <p:grpSpPr>
            <a:xfrm>
              <a:off x="4665511" y="1891861"/>
              <a:ext cx="962779" cy="992489"/>
              <a:chOff x="4665511" y="1891861"/>
              <a:chExt cx="962779" cy="992489"/>
            </a:xfrm>
          </p:grpSpPr>
          <p:sp>
            <p:nvSpPr>
              <p:cNvPr id="30" name="Secteurs 29">
                <a:extLst>
                  <a:ext uri="{FF2B5EF4-FFF2-40B4-BE49-F238E27FC236}">
                    <a16:creationId xmlns:a16="http://schemas.microsoft.com/office/drawing/2014/main" id="{DC977C82-1487-1A22-4D8F-16EFC0376F09}"/>
                  </a:ext>
                </a:extLst>
              </p:cNvPr>
              <p:cNvSpPr/>
              <p:nvPr/>
            </p:nvSpPr>
            <p:spPr>
              <a:xfrm>
                <a:off x="4665511" y="1891861"/>
                <a:ext cx="962779" cy="992489"/>
              </a:xfrm>
              <a:prstGeom prst="pie">
                <a:avLst>
                  <a:gd name="adj1" fmla="val 3711009"/>
                  <a:gd name="adj2" fmla="val 18295198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B08B928E-B5FC-0D00-F2E7-98951FDFA46E}"/>
                  </a:ext>
                </a:extLst>
              </p:cNvPr>
              <p:cNvSpPr/>
              <p:nvPr/>
            </p:nvSpPr>
            <p:spPr>
              <a:xfrm>
                <a:off x="4941947" y="2078431"/>
                <a:ext cx="197610" cy="19180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Forme libre 31">
                <a:extLst>
                  <a:ext uri="{FF2B5EF4-FFF2-40B4-BE49-F238E27FC236}">
                    <a16:creationId xmlns:a16="http://schemas.microsoft.com/office/drawing/2014/main" id="{5A3F70F5-86F1-683B-D8CD-AF34BDA56E63}"/>
                  </a:ext>
                </a:extLst>
              </p:cNvPr>
              <p:cNvSpPr/>
              <p:nvPr/>
            </p:nvSpPr>
            <p:spPr>
              <a:xfrm>
                <a:off x="4892566" y="2021368"/>
                <a:ext cx="225972" cy="80701"/>
              </a:xfrm>
              <a:custGeom>
                <a:avLst/>
                <a:gdLst>
                  <a:gd name="connsiteX0" fmla="*/ 0 w 225972"/>
                  <a:gd name="connsiteY0" fmla="*/ 80701 h 80701"/>
                  <a:gd name="connsiteX1" fmla="*/ 136634 w 225972"/>
                  <a:gd name="connsiteY1" fmla="*/ 1873 h 80701"/>
                  <a:gd name="connsiteX2" fmla="*/ 225972 w 225972"/>
                  <a:gd name="connsiteY2" fmla="*/ 22894 h 80701"/>
                  <a:gd name="connsiteX3" fmla="*/ 225972 w 225972"/>
                  <a:gd name="connsiteY3" fmla="*/ 22894 h 80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972" h="80701">
                    <a:moveTo>
                      <a:pt x="0" y="80701"/>
                    </a:moveTo>
                    <a:cubicBezTo>
                      <a:pt x="49486" y="46104"/>
                      <a:pt x="98972" y="11507"/>
                      <a:pt x="136634" y="1873"/>
                    </a:cubicBezTo>
                    <a:cubicBezTo>
                      <a:pt x="174296" y="-7761"/>
                      <a:pt x="225972" y="22894"/>
                      <a:pt x="225972" y="22894"/>
                    </a:cubicBezTo>
                    <a:lnTo>
                      <a:pt x="225972" y="228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8E7B26A-1754-16F8-E9E2-5A5D00F99497}"/>
                </a:ext>
              </a:extLst>
            </p:cNvPr>
            <p:cNvGrpSpPr/>
            <p:nvPr/>
          </p:nvGrpSpPr>
          <p:grpSpPr>
            <a:xfrm>
              <a:off x="5295691" y="2040628"/>
              <a:ext cx="725216" cy="757967"/>
              <a:chOff x="4505801" y="1933117"/>
              <a:chExt cx="962779" cy="992489"/>
            </a:xfrm>
          </p:grpSpPr>
          <p:sp>
            <p:nvSpPr>
              <p:cNvPr id="35" name="Secteurs 34">
                <a:extLst>
                  <a:ext uri="{FF2B5EF4-FFF2-40B4-BE49-F238E27FC236}">
                    <a16:creationId xmlns:a16="http://schemas.microsoft.com/office/drawing/2014/main" id="{33A8E79A-0A70-F30D-EB73-EACC0CD9C4A3}"/>
                  </a:ext>
                </a:extLst>
              </p:cNvPr>
              <p:cNvSpPr/>
              <p:nvPr/>
            </p:nvSpPr>
            <p:spPr>
              <a:xfrm>
                <a:off x="4505801" y="1933117"/>
                <a:ext cx="962779" cy="992489"/>
              </a:xfrm>
              <a:prstGeom prst="pie">
                <a:avLst>
                  <a:gd name="adj1" fmla="val 3070946"/>
                  <a:gd name="adj2" fmla="val 18237498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29D92802-7488-C621-5098-F6F7F72EE269}"/>
                  </a:ext>
                </a:extLst>
              </p:cNvPr>
              <p:cNvSpPr/>
              <p:nvPr/>
            </p:nvSpPr>
            <p:spPr>
              <a:xfrm>
                <a:off x="4800077" y="2123719"/>
                <a:ext cx="197610" cy="19180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Forme libre 36">
                <a:extLst>
                  <a:ext uri="{FF2B5EF4-FFF2-40B4-BE49-F238E27FC236}">
                    <a16:creationId xmlns:a16="http://schemas.microsoft.com/office/drawing/2014/main" id="{F50224F7-7BE2-8098-AE08-3D82AD21F6F3}"/>
                  </a:ext>
                </a:extLst>
              </p:cNvPr>
              <p:cNvSpPr/>
              <p:nvPr/>
            </p:nvSpPr>
            <p:spPr>
              <a:xfrm rot="906246">
                <a:off x="4795382" y="2064279"/>
                <a:ext cx="225972" cy="80702"/>
              </a:xfrm>
              <a:custGeom>
                <a:avLst/>
                <a:gdLst>
                  <a:gd name="connsiteX0" fmla="*/ 0 w 225972"/>
                  <a:gd name="connsiteY0" fmla="*/ 80701 h 80701"/>
                  <a:gd name="connsiteX1" fmla="*/ 136634 w 225972"/>
                  <a:gd name="connsiteY1" fmla="*/ 1873 h 80701"/>
                  <a:gd name="connsiteX2" fmla="*/ 225972 w 225972"/>
                  <a:gd name="connsiteY2" fmla="*/ 22894 h 80701"/>
                  <a:gd name="connsiteX3" fmla="*/ 225972 w 225972"/>
                  <a:gd name="connsiteY3" fmla="*/ 22894 h 80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972" h="80701">
                    <a:moveTo>
                      <a:pt x="0" y="80701"/>
                    </a:moveTo>
                    <a:cubicBezTo>
                      <a:pt x="49486" y="46104"/>
                      <a:pt x="98972" y="11507"/>
                      <a:pt x="136634" y="1873"/>
                    </a:cubicBezTo>
                    <a:cubicBezTo>
                      <a:pt x="174296" y="-7761"/>
                      <a:pt x="225972" y="22894"/>
                      <a:pt x="225972" y="22894"/>
                    </a:cubicBezTo>
                    <a:lnTo>
                      <a:pt x="225972" y="228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45BC2D8E-A4EF-E1D9-1524-4BCB6B593551}"/>
                </a:ext>
              </a:extLst>
            </p:cNvPr>
            <p:cNvGrpSpPr/>
            <p:nvPr/>
          </p:nvGrpSpPr>
          <p:grpSpPr>
            <a:xfrm>
              <a:off x="5764495" y="2133555"/>
              <a:ext cx="531781" cy="509100"/>
              <a:chOff x="4272999" y="1856673"/>
              <a:chExt cx="962779" cy="992489"/>
            </a:xfrm>
          </p:grpSpPr>
          <p:sp>
            <p:nvSpPr>
              <p:cNvPr id="39" name="Secteurs 38">
                <a:extLst>
                  <a:ext uri="{FF2B5EF4-FFF2-40B4-BE49-F238E27FC236}">
                    <a16:creationId xmlns:a16="http://schemas.microsoft.com/office/drawing/2014/main" id="{2A30C8B0-54CA-6799-5321-6A9A10876738}"/>
                  </a:ext>
                </a:extLst>
              </p:cNvPr>
              <p:cNvSpPr/>
              <p:nvPr/>
            </p:nvSpPr>
            <p:spPr>
              <a:xfrm>
                <a:off x="4272999" y="1856673"/>
                <a:ext cx="962779" cy="992489"/>
              </a:xfrm>
              <a:prstGeom prst="pie">
                <a:avLst>
                  <a:gd name="adj1" fmla="val 1065675"/>
                  <a:gd name="adj2" fmla="val 21240112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71DA36F4-CBAC-95F9-BA88-3E5AACF7C61A}"/>
                  </a:ext>
                </a:extLst>
              </p:cNvPr>
              <p:cNvSpPr/>
              <p:nvPr/>
            </p:nvSpPr>
            <p:spPr>
              <a:xfrm>
                <a:off x="4800950" y="2032102"/>
                <a:ext cx="197610" cy="19180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76" name="Image 175">
            <a:extLst>
              <a:ext uri="{FF2B5EF4-FFF2-40B4-BE49-F238E27FC236}">
                <a16:creationId xmlns:a16="http://schemas.microsoft.com/office/drawing/2014/main" id="{91921DE1-8D3B-B452-7631-7920FEAAD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60" y="3840248"/>
            <a:ext cx="778301" cy="668541"/>
          </a:xfrm>
          <a:prstGeom prst="rect">
            <a:avLst/>
          </a:prstGeom>
        </p:spPr>
      </p:pic>
      <p:pic>
        <p:nvPicPr>
          <p:cNvPr id="177" name="Image 176">
            <a:extLst>
              <a:ext uri="{FF2B5EF4-FFF2-40B4-BE49-F238E27FC236}">
                <a16:creationId xmlns:a16="http://schemas.microsoft.com/office/drawing/2014/main" id="{A026F972-5A8F-9746-C6D6-7B4D407D6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642" y="4312381"/>
            <a:ext cx="778301" cy="451607"/>
          </a:xfrm>
          <a:prstGeom prst="rect">
            <a:avLst/>
          </a:prstGeom>
        </p:spPr>
      </p:pic>
      <p:pic>
        <p:nvPicPr>
          <p:cNvPr id="178" name="Image 177">
            <a:extLst>
              <a:ext uri="{FF2B5EF4-FFF2-40B4-BE49-F238E27FC236}">
                <a16:creationId xmlns:a16="http://schemas.microsoft.com/office/drawing/2014/main" id="{E592B1D8-BC1E-ED1C-0B2C-0C4ABF691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332" y="4354900"/>
            <a:ext cx="835955" cy="451608"/>
          </a:xfrm>
          <a:prstGeom prst="rect">
            <a:avLst/>
          </a:prstGeom>
        </p:spPr>
      </p:pic>
      <p:sp>
        <p:nvSpPr>
          <p:cNvPr id="179" name="ZoneTexte 178">
            <a:extLst>
              <a:ext uri="{FF2B5EF4-FFF2-40B4-BE49-F238E27FC236}">
                <a16:creationId xmlns:a16="http://schemas.microsoft.com/office/drawing/2014/main" id="{2CD40DB9-F903-58D5-AF3F-2C7B520B9C7F}"/>
              </a:ext>
            </a:extLst>
          </p:cNvPr>
          <p:cNvSpPr txBox="1"/>
          <p:nvPr/>
        </p:nvSpPr>
        <p:spPr>
          <a:xfrm>
            <a:off x="1629759" y="4873530"/>
            <a:ext cx="1695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92D6B609-DB9E-6103-AC9A-B7B68FCE62CA}"/>
              </a:ext>
            </a:extLst>
          </p:cNvPr>
          <p:cNvSpPr txBox="1"/>
          <p:nvPr/>
        </p:nvSpPr>
        <p:spPr>
          <a:xfrm>
            <a:off x="3963145" y="4508789"/>
            <a:ext cx="14688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stable(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1" name="Arc 180">
            <a:extLst>
              <a:ext uri="{FF2B5EF4-FFF2-40B4-BE49-F238E27FC236}">
                <a16:creationId xmlns:a16="http://schemas.microsoft.com/office/drawing/2014/main" id="{09E3D0CC-BE12-F78D-B8AC-CCC2EDAC97BD}"/>
              </a:ext>
            </a:extLst>
          </p:cNvPr>
          <p:cNvSpPr/>
          <p:nvPr/>
        </p:nvSpPr>
        <p:spPr>
          <a:xfrm rot="16200000">
            <a:off x="2509449" y="-1762140"/>
            <a:ext cx="4037458" cy="8795713"/>
          </a:xfrm>
          <a:prstGeom prst="arc">
            <a:avLst>
              <a:gd name="adj1" fmla="val 16709483"/>
              <a:gd name="adj2" fmla="val 4869032"/>
            </a:avLst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D1BC8D88-1B98-28A1-F06A-9C4DB06C8B5E}"/>
              </a:ext>
            </a:extLst>
          </p:cNvPr>
          <p:cNvSpPr txBox="1"/>
          <p:nvPr/>
        </p:nvSpPr>
        <p:spPr>
          <a:xfrm>
            <a:off x="5987870" y="4751171"/>
            <a:ext cx="146885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body size ratio</a:t>
            </a:r>
          </a:p>
          <a:p>
            <a:pPr algn="ctr"/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 structure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favor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longer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stable(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Hairston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Conrad, 1979)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5A0491A3-B0E0-8F36-10FD-E7BF795B20F3}"/>
              </a:ext>
            </a:extLst>
          </p:cNvPr>
          <p:cNvGrpSpPr/>
          <p:nvPr/>
        </p:nvGrpSpPr>
        <p:grpSpPr>
          <a:xfrm>
            <a:off x="4378061" y="1829078"/>
            <a:ext cx="1026059" cy="824071"/>
            <a:chOff x="4378061" y="1829078"/>
            <a:chExt cx="1026059" cy="824071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90559723-3795-448B-4E06-2CE276C5E394}"/>
                </a:ext>
              </a:extLst>
            </p:cNvPr>
            <p:cNvSpPr/>
            <p:nvPr/>
          </p:nvSpPr>
          <p:spPr>
            <a:xfrm>
              <a:off x="4421012" y="2039865"/>
              <a:ext cx="470079" cy="540913"/>
            </a:xfrm>
            <a:custGeom>
              <a:avLst/>
              <a:gdLst>
                <a:gd name="csX0" fmla="*/ 463639 w 470079"/>
                <a:gd name="csY0" fmla="*/ 0 h 540913"/>
                <a:gd name="csX1" fmla="*/ 470079 w 470079"/>
                <a:gd name="csY1" fmla="*/ 540913 h 540913"/>
                <a:gd name="csX2" fmla="*/ 321972 w 470079"/>
                <a:gd name="csY2" fmla="*/ 534473 h 540913"/>
                <a:gd name="csX3" fmla="*/ 51515 w 470079"/>
                <a:gd name="csY3" fmla="*/ 502276 h 540913"/>
                <a:gd name="csX4" fmla="*/ 0 w 470079"/>
                <a:gd name="csY4" fmla="*/ 470079 h 540913"/>
                <a:gd name="csX5" fmla="*/ 141668 w 470079"/>
                <a:gd name="csY5" fmla="*/ 437882 h 540913"/>
                <a:gd name="csX6" fmla="*/ 238259 w 470079"/>
                <a:gd name="csY6" fmla="*/ 399245 h 540913"/>
                <a:gd name="csX7" fmla="*/ 302653 w 470079"/>
                <a:gd name="csY7" fmla="*/ 334851 h 540913"/>
                <a:gd name="csX8" fmla="*/ 354169 w 470079"/>
                <a:gd name="csY8" fmla="*/ 238259 h 540913"/>
                <a:gd name="csX9" fmla="*/ 399245 w 470079"/>
                <a:gd name="csY9" fmla="*/ 128789 h 540913"/>
                <a:gd name="csX10" fmla="*/ 463639 w 470079"/>
                <a:gd name="csY10" fmla="*/ 0 h 540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0079" h="540913">
                  <a:moveTo>
                    <a:pt x="463639" y="0"/>
                  </a:moveTo>
                  <a:cubicBezTo>
                    <a:pt x="465786" y="180304"/>
                    <a:pt x="467932" y="360609"/>
                    <a:pt x="470079" y="540913"/>
                  </a:cubicBezTo>
                  <a:lnTo>
                    <a:pt x="321972" y="534473"/>
                  </a:lnTo>
                  <a:lnTo>
                    <a:pt x="51515" y="502276"/>
                  </a:lnTo>
                  <a:lnTo>
                    <a:pt x="0" y="470079"/>
                  </a:lnTo>
                  <a:lnTo>
                    <a:pt x="141668" y="437882"/>
                  </a:lnTo>
                  <a:lnTo>
                    <a:pt x="238259" y="399245"/>
                  </a:lnTo>
                  <a:lnTo>
                    <a:pt x="302653" y="334851"/>
                  </a:lnTo>
                  <a:lnTo>
                    <a:pt x="354169" y="238259"/>
                  </a:lnTo>
                  <a:lnTo>
                    <a:pt x="399245" y="128789"/>
                  </a:lnTo>
                  <a:lnTo>
                    <a:pt x="463639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F8C3352-A7BD-50A9-7447-BBC16438D362}"/>
                </a:ext>
              </a:extLst>
            </p:cNvPr>
            <p:cNvSpPr/>
            <p:nvPr/>
          </p:nvSpPr>
          <p:spPr>
            <a:xfrm flipH="1">
              <a:off x="4891091" y="2039865"/>
              <a:ext cx="470079" cy="540913"/>
            </a:xfrm>
            <a:custGeom>
              <a:avLst/>
              <a:gdLst>
                <a:gd name="csX0" fmla="*/ 463639 w 470079"/>
                <a:gd name="csY0" fmla="*/ 0 h 540913"/>
                <a:gd name="csX1" fmla="*/ 470079 w 470079"/>
                <a:gd name="csY1" fmla="*/ 540913 h 540913"/>
                <a:gd name="csX2" fmla="*/ 321972 w 470079"/>
                <a:gd name="csY2" fmla="*/ 534473 h 540913"/>
                <a:gd name="csX3" fmla="*/ 51515 w 470079"/>
                <a:gd name="csY3" fmla="*/ 502276 h 540913"/>
                <a:gd name="csX4" fmla="*/ 0 w 470079"/>
                <a:gd name="csY4" fmla="*/ 470079 h 540913"/>
                <a:gd name="csX5" fmla="*/ 141668 w 470079"/>
                <a:gd name="csY5" fmla="*/ 437882 h 540913"/>
                <a:gd name="csX6" fmla="*/ 238259 w 470079"/>
                <a:gd name="csY6" fmla="*/ 399245 h 540913"/>
                <a:gd name="csX7" fmla="*/ 302653 w 470079"/>
                <a:gd name="csY7" fmla="*/ 334851 h 540913"/>
                <a:gd name="csX8" fmla="*/ 354169 w 470079"/>
                <a:gd name="csY8" fmla="*/ 238259 h 540913"/>
                <a:gd name="csX9" fmla="*/ 399245 w 470079"/>
                <a:gd name="csY9" fmla="*/ 128789 h 540913"/>
                <a:gd name="csX10" fmla="*/ 463639 w 470079"/>
                <a:gd name="csY10" fmla="*/ 0 h 540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0079" h="540913">
                  <a:moveTo>
                    <a:pt x="463639" y="0"/>
                  </a:moveTo>
                  <a:cubicBezTo>
                    <a:pt x="465786" y="180304"/>
                    <a:pt x="467932" y="360609"/>
                    <a:pt x="470079" y="540913"/>
                  </a:cubicBezTo>
                  <a:lnTo>
                    <a:pt x="321972" y="534473"/>
                  </a:lnTo>
                  <a:lnTo>
                    <a:pt x="51515" y="502276"/>
                  </a:lnTo>
                  <a:lnTo>
                    <a:pt x="0" y="470079"/>
                  </a:lnTo>
                  <a:lnTo>
                    <a:pt x="141668" y="437882"/>
                  </a:lnTo>
                  <a:lnTo>
                    <a:pt x="238259" y="399245"/>
                  </a:lnTo>
                  <a:lnTo>
                    <a:pt x="302653" y="334851"/>
                  </a:lnTo>
                  <a:lnTo>
                    <a:pt x="354169" y="238259"/>
                  </a:lnTo>
                  <a:lnTo>
                    <a:pt x="399245" y="128789"/>
                  </a:lnTo>
                  <a:lnTo>
                    <a:pt x="463639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F9A60432-4C9E-BE67-9E82-DC61BD98468B}"/>
                </a:ext>
              </a:extLst>
            </p:cNvPr>
            <p:cNvGrpSpPr/>
            <p:nvPr/>
          </p:nvGrpSpPr>
          <p:grpSpPr>
            <a:xfrm>
              <a:off x="4378061" y="1829078"/>
              <a:ext cx="1026059" cy="824071"/>
              <a:chOff x="2498398" y="750382"/>
              <a:chExt cx="1074655" cy="912923"/>
            </a:xfrm>
          </p:grpSpPr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3BB9F350-6818-D83A-5557-4B3F1E8F3451}"/>
                  </a:ext>
                </a:extLst>
              </p:cNvPr>
              <p:cNvGrpSpPr/>
              <p:nvPr/>
            </p:nvGrpSpPr>
            <p:grpSpPr>
              <a:xfrm>
                <a:off x="2498398" y="750382"/>
                <a:ext cx="1074655" cy="833356"/>
                <a:chOff x="2394407" y="561107"/>
                <a:chExt cx="3095948" cy="2389486"/>
              </a:xfrm>
            </p:grpSpPr>
            <p:sp>
              <p:nvSpPr>
                <p:cNvPr id="23" name="Forme libre 22">
                  <a:extLst>
                    <a:ext uri="{FF2B5EF4-FFF2-40B4-BE49-F238E27FC236}">
                      <a16:creationId xmlns:a16="http://schemas.microsoft.com/office/drawing/2014/main" id="{FBE824D5-EC83-A6C9-D328-84C99FC9C818}"/>
                    </a:ext>
                  </a:extLst>
                </p:cNvPr>
                <p:cNvSpPr/>
                <p:nvPr/>
              </p:nvSpPr>
              <p:spPr>
                <a:xfrm>
                  <a:off x="2479249" y="1229649"/>
                  <a:ext cx="1498862" cy="1504124"/>
                </a:xfrm>
                <a:custGeom>
                  <a:avLst/>
                  <a:gdLst>
                    <a:gd name="connsiteX0" fmla="*/ 0 w 1498862"/>
                    <a:gd name="connsiteY0" fmla="*/ 1504124 h 1504124"/>
                    <a:gd name="connsiteX1" fmla="*/ 848413 w 1498862"/>
                    <a:gd name="connsiteY1" fmla="*/ 1193040 h 1504124"/>
                    <a:gd name="connsiteX2" fmla="*/ 1319753 w 1498862"/>
                    <a:gd name="connsiteY2" fmla="*/ 165518 h 1504124"/>
                    <a:gd name="connsiteX3" fmla="*/ 1498862 w 1498862"/>
                    <a:gd name="connsiteY3" fmla="*/ 14689 h 1504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8862" h="1504124">
                      <a:moveTo>
                        <a:pt x="0" y="1504124"/>
                      </a:moveTo>
                      <a:cubicBezTo>
                        <a:pt x="314227" y="1460132"/>
                        <a:pt x="628454" y="1416141"/>
                        <a:pt x="848413" y="1193040"/>
                      </a:cubicBezTo>
                      <a:cubicBezTo>
                        <a:pt x="1068372" y="969939"/>
                        <a:pt x="1211345" y="361910"/>
                        <a:pt x="1319753" y="165518"/>
                      </a:cubicBezTo>
                      <a:cubicBezTo>
                        <a:pt x="1428161" y="-30874"/>
                        <a:pt x="1463511" y="-8093"/>
                        <a:pt x="1498862" y="14689"/>
                      </a:cubicBez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4" name="Forme libre 23">
                  <a:extLst>
                    <a:ext uri="{FF2B5EF4-FFF2-40B4-BE49-F238E27FC236}">
                      <a16:creationId xmlns:a16="http://schemas.microsoft.com/office/drawing/2014/main" id="{7034DC42-B111-17D1-4955-206E538C229D}"/>
                    </a:ext>
                  </a:extLst>
                </p:cNvPr>
                <p:cNvSpPr/>
                <p:nvPr/>
              </p:nvSpPr>
              <p:spPr>
                <a:xfrm flipH="1">
                  <a:off x="3916080" y="1229649"/>
                  <a:ext cx="1498862" cy="1504124"/>
                </a:xfrm>
                <a:custGeom>
                  <a:avLst/>
                  <a:gdLst>
                    <a:gd name="connsiteX0" fmla="*/ 0 w 1498862"/>
                    <a:gd name="connsiteY0" fmla="*/ 1504124 h 1504124"/>
                    <a:gd name="connsiteX1" fmla="*/ 848413 w 1498862"/>
                    <a:gd name="connsiteY1" fmla="*/ 1193040 h 1504124"/>
                    <a:gd name="connsiteX2" fmla="*/ 1319753 w 1498862"/>
                    <a:gd name="connsiteY2" fmla="*/ 165518 h 1504124"/>
                    <a:gd name="connsiteX3" fmla="*/ 1498862 w 1498862"/>
                    <a:gd name="connsiteY3" fmla="*/ 14689 h 1504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8862" h="1504124">
                      <a:moveTo>
                        <a:pt x="0" y="1504124"/>
                      </a:moveTo>
                      <a:cubicBezTo>
                        <a:pt x="314227" y="1460132"/>
                        <a:pt x="628454" y="1416141"/>
                        <a:pt x="848413" y="1193040"/>
                      </a:cubicBezTo>
                      <a:cubicBezTo>
                        <a:pt x="1068372" y="969939"/>
                        <a:pt x="1211345" y="361910"/>
                        <a:pt x="1319753" y="165518"/>
                      </a:cubicBezTo>
                      <a:cubicBezTo>
                        <a:pt x="1428161" y="-30874"/>
                        <a:pt x="1463511" y="-8093"/>
                        <a:pt x="1498862" y="14689"/>
                      </a:cubicBez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 dirty="0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2CC190D1-F72B-46C2-6B77-F7847701409C}"/>
                    </a:ext>
                  </a:extLst>
                </p:cNvPr>
                <p:cNvSpPr/>
                <p:nvPr/>
              </p:nvSpPr>
              <p:spPr>
                <a:xfrm rot="5400000">
                  <a:off x="3617157" y="1077395"/>
                  <a:ext cx="650448" cy="3095948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6" name="Forme libre 25">
                  <a:extLst>
                    <a:ext uri="{FF2B5EF4-FFF2-40B4-BE49-F238E27FC236}">
                      <a16:creationId xmlns:a16="http://schemas.microsoft.com/office/drawing/2014/main" id="{A5326C05-3F1D-A8A8-461D-98FE126BF6B0}"/>
                    </a:ext>
                  </a:extLst>
                </p:cNvPr>
                <p:cNvSpPr/>
                <p:nvPr/>
              </p:nvSpPr>
              <p:spPr>
                <a:xfrm>
                  <a:off x="3203927" y="909109"/>
                  <a:ext cx="1498861" cy="1174217"/>
                </a:xfrm>
                <a:custGeom>
                  <a:avLst/>
                  <a:gdLst>
                    <a:gd name="connsiteX0" fmla="*/ 0 w 1093509"/>
                    <a:gd name="connsiteY0" fmla="*/ 782464 h 782464"/>
                    <a:gd name="connsiteX1" fmla="*/ 509047 w 1093509"/>
                    <a:gd name="connsiteY1" fmla="*/ 39 h 782464"/>
                    <a:gd name="connsiteX2" fmla="*/ 1093509 w 1093509"/>
                    <a:gd name="connsiteY2" fmla="*/ 744757 h 782464"/>
                    <a:gd name="connsiteX3" fmla="*/ 1093509 w 1093509"/>
                    <a:gd name="connsiteY3" fmla="*/ 744757 h 782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3509" h="782464">
                      <a:moveTo>
                        <a:pt x="0" y="782464"/>
                      </a:moveTo>
                      <a:cubicBezTo>
                        <a:pt x="163398" y="394393"/>
                        <a:pt x="326796" y="6323"/>
                        <a:pt x="509047" y="39"/>
                      </a:cubicBezTo>
                      <a:cubicBezTo>
                        <a:pt x="691298" y="-6245"/>
                        <a:pt x="1093509" y="744757"/>
                        <a:pt x="1093509" y="744757"/>
                      </a:cubicBezTo>
                      <a:lnTo>
                        <a:pt x="1093509" y="744757"/>
                      </a:ln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  <a:tailEnd type="triangle" w="sm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id="{3449D66C-E234-CC88-36AB-630691AA0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4361" y="1244338"/>
                  <a:ext cx="0" cy="1706255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ABB0ED9D-9329-0D8B-80DB-AADE4F5816BD}"/>
                    </a:ext>
                  </a:extLst>
                </p:cNvPr>
                <p:cNvSpPr/>
                <p:nvPr/>
              </p:nvSpPr>
              <p:spPr>
                <a:xfrm>
                  <a:off x="3640506" y="561107"/>
                  <a:ext cx="593374" cy="61448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9" name="Forme libre 28">
                  <a:extLst>
                    <a:ext uri="{FF2B5EF4-FFF2-40B4-BE49-F238E27FC236}">
                      <a16:creationId xmlns:a16="http://schemas.microsoft.com/office/drawing/2014/main" id="{97991887-8219-50F6-932B-28D3D4278740}"/>
                    </a:ext>
                  </a:extLst>
                </p:cNvPr>
                <p:cNvSpPr/>
                <p:nvPr/>
              </p:nvSpPr>
              <p:spPr>
                <a:xfrm>
                  <a:off x="4020588" y="959427"/>
                  <a:ext cx="103694" cy="113121"/>
                </a:xfrm>
                <a:custGeom>
                  <a:avLst/>
                  <a:gdLst>
                    <a:gd name="connsiteX0" fmla="*/ 0 w 103695"/>
                    <a:gd name="connsiteY0" fmla="*/ 0 h 113122"/>
                    <a:gd name="connsiteX1" fmla="*/ 103695 w 103695"/>
                    <a:gd name="connsiteY1" fmla="*/ 113122 h 11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3695" h="113122">
                      <a:moveTo>
                        <a:pt x="0" y="0"/>
                      </a:moveTo>
                      <a:lnTo>
                        <a:pt x="103695" y="113122"/>
                      </a:ln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</p:grp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27A002F2-97E9-0043-5E52-F1BEEDB87656}"/>
                  </a:ext>
                </a:extLst>
              </p:cNvPr>
              <p:cNvSpPr/>
              <p:nvPr/>
            </p:nvSpPr>
            <p:spPr>
              <a:xfrm rot="5400000">
                <a:off x="2941586" y="1160482"/>
                <a:ext cx="188283" cy="817363"/>
              </a:xfrm>
              <a:prstGeom prst="arc">
                <a:avLst>
                  <a:gd name="adj1" fmla="val 16416319"/>
                  <a:gd name="adj2" fmla="val 5166585"/>
                </a:avLst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/>
              </a:p>
            </p:txBody>
          </p:sp>
        </p:grpSp>
      </p:grpSp>
      <p:pic>
        <p:nvPicPr>
          <p:cNvPr id="8" name="Graphique 7">
            <a:extLst>
              <a:ext uri="{FF2B5EF4-FFF2-40B4-BE49-F238E27FC236}">
                <a16:creationId xmlns:a16="http://schemas.microsoft.com/office/drawing/2014/main" id="{69972B69-E2E5-8D81-C3BC-4ABF312408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2700" y="2781300"/>
            <a:ext cx="1498600" cy="1295400"/>
          </a:xfrm>
          <a:prstGeom prst="rect">
            <a:avLst/>
          </a:prstGeom>
        </p:spPr>
      </p:pic>
      <p:grpSp>
        <p:nvGrpSpPr>
          <p:cNvPr id="52" name="Groupe 51">
            <a:extLst>
              <a:ext uri="{FF2B5EF4-FFF2-40B4-BE49-F238E27FC236}">
                <a16:creationId xmlns:a16="http://schemas.microsoft.com/office/drawing/2014/main" id="{AA9793E4-2A02-3362-A594-BC4C11A80384}"/>
              </a:ext>
            </a:extLst>
          </p:cNvPr>
          <p:cNvGrpSpPr/>
          <p:nvPr/>
        </p:nvGrpSpPr>
        <p:grpSpPr>
          <a:xfrm>
            <a:off x="5483632" y="1674606"/>
            <a:ext cx="1184276" cy="622222"/>
            <a:chOff x="5483632" y="1674606"/>
            <a:chExt cx="1184276" cy="622222"/>
          </a:xfrm>
        </p:grpSpPr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19ABD2CD-B310-5C41-0782-EE9FC8155283}"/>
                </a:ext>
              </a:extLst>
            </p:cNvPr>
            <p:cNvGrpSpPr/>
            <p:nvPr/>
          </p:nvGrpSpPr>
          <p:grpSpPr>
            <a:xfrm>
              <a:off x="5539749" y="1728061"/>
              <a:ext cx="1081826" cy="566955"/>
              <a:chOff x="5539749" y="1728061"/>
              <a:chExt cx="1081826" cy="566955"/>
            </a:xfrm>
          </p:grpSpPr>
          <p:sp>
            <p:nvSpPr>
              <p:cNvPr id="44" name="Forme libre 43">
                <a:extLst>
                  <a:ext uri="{FF2B5EF4-FFF2-40B4-BE49-F238E27FC236}">
                    <a16:creationId xmlns:a16="http://schemas.microsoft.com/office/drawing/2014/main" id="{355E3FAB-989C-AC93-5B11-F70FB20B0477}"/>
                  </a:ext>
                </a:extLst>
              </p:cNvPr>
              <p:cNvSpPr/>
              <p:nvPr/>
            </p:nvSpPr>
            <p:spPr>
              <a:xfrm>
                <a:off x="5881607" y="1842586"/>
                <a:ext cx="414579" cy="154870"/>
              </a:xfrm>
              <a:custGeom>
                <a:avLst/>
                <a:gdLst>
                  <a:gd name="csX0" fmla="*/ 61993 w 414579"/>
                  <a:gd name="csY0" fmla="*/ 0 h 104613"/>
                  <a:gd name="csX1" fmla="*/ 0 w 414579"/>
                  <a:gd name="csY1" fmla="*/ 61993 h 104613"/>
                  <a:gd name="csX2" fmla="*/ 81366 w 414579"/>
                  <a:gd name="csY2" fmla="*/ 85240 h 104613"/>
                  <a:gd name="csX3" fmla="*/ 216976 w 414579"/>
                  <a:gd name="csY3" fmla="*/ 104613 h 104613"/>
                  <a:gd name="csX4" fmla="*/ 340962 w 414579"/>
                  <a:gd name="csY4" fmla="*/ 100739 h 104613"/>
                  <a:gd name="csX5" fmla="*/ 414579 w 414579"/>
                  <a:gd name="csY5" fmla="*/ 73617 h 104613"/>
                  <a:gd name="csX6" fmla="*/ 360335 w 414579"/>
                  <a:gd name="csY6" fmla="*/ 7749 h 104613"/>
                  <a:gd name="csX7" fmla="*/ 294468 w 414579"/>
                  <a:gd name="csY7" fmla="*/ 23247 h 104613"/>
                  <a:gd name="csX8" fmla="*/ 201478 w 414579"/>
                  <a:gd name="csY8" fmla="*/ 34871 h 104613"/>
                  <a:gd name="csX9" fmla="*/ 61993 w 414579"/>
                  <a:gd name="csY9" fmla="*/ 0 h 1046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14579" h="104613">
                    <a:moveTo>
                      <a:pt x="61993" y="0"/>
                    </a:moveTo>
                    <a:lnTo>
                      <a:pt x="0" y="61993"/>
                    </a:lnTo>
                    <a:lnTo>
                      <a:pt x="81366" y="85240"/>
                    </a:lnTo>
                    <a:lnTo>
                      <a:pt x="216976" y="104613"/>
                    </a:lnTo>
                    <a:lnTo>
                      <a:pt x="340962" y="100739"/>
                    </a:lnTo>
                    <a:lnTo>
                      <a:pt x="414579" y="73617"/>
                    </a:lnTo>
                    <a:lnTo>
                      <a:pt x="360335" y="7749"/>
                    </a:lnTo>
                    <a:lnTo>
                      <a:pt x="294468" y="23247"/>
                    </a:lnTo>
                    <a:lnTo>
                      <a:pt x="201478" y="34871"/>
                    </a:lnTo>
                    <a:lnTo>
                      <a:pt x="6199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Forme libre 44">
                <a:extLst>
                  <a:ext uri="{FF2B5EF4-FFF2-40B4-BE49-F238E27FC236}">
                    <a16:creationId xmlns:a16="http://schemas.microsoft.com/office/drawing/2014/main" id="{784A761C-5F84-9B24-6C86-F17578AAE39F}"/>
                  </a:ext>
                </a:extLst>
              </p:cNvPr>
              <p:cNvSpPr/>
              <p:nvPr/>
            </p:nvSpPr>
            <p:spPr>
              <a:xfrm>
                <a:off x="5974596" y="1728061"/>
                <a:ext cx="240197" cy="128840"/>
              </a:xfrm>
              <a:custGeom>
                <a:avLst/>
                <a:gdLst>
                  <a:gd name="csX0" fmla="*/ 127861 w 216976"/>
                  <a:gd name="csY0" fmla="*/ 0 h 116237"/>
                  <a:gd name="csX1" fmla="*/ 0 w 216976"/>
                  <a:gd name="csY1" fmla="*/ 104614 h 116237"/>
                  <a:gd name="csX2" fmla="*/ 112362 w 216976"/>
                  <a:gd name="csY2" fmla="*/ 116237 h 116237"/>
                  <a:gd name="csX3" fmla="*/ 216976 w 216976"/>
                  <a:gd name="csY3" fmla="*/ 112363 h 116237"/>
                  <a:gd name="csX4" fmla="*/ 127861 w 216976"/>
                  <a:gd name="csY4" fmla="*/ 0 h 1162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16976" h="116237">
                    <a:moveTo>
                      <a:pt x="127861" y="0"/>
                    </a:moveTo>
                    <a:lnTo>
                      <a:pt x="0" y="104614"/>
                    </a:lnTo>
                    <a:lnTo>
                      <a:pt x="112362" y="116237"/>
                    </a:lnTo>
                    <a:lnTo>
                      <a:pt x="216976" y="112363"/>
                    </a:lnTo>
                    <a:lnTo>
                      <a:pt x="12786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Forme libre 42">
                <a:extLst>
                  <a:ext uri="{FF2B5EF4-FFF2-40B4-BE49-F238E27FC236}">
                    <a16:creationId xmlns:a16="http://schemas.microsoft.com/office/drawing/2014/main" id="{08D85E44-5934-D4F5-4F5B-77E8D7EAA7B4}"/>
                  </a:ext>
                </a:extLst>
              </p:cNvPr>
              <p:cNvSpPr/>
              <p:nvPr/>
            </p:nvSpPr>
            <p:spPr>
              <a:xfrm>
                <a:off x="5735362" y="1959253"/>
                <a:ext cx="702565" cy="175376"/>
              </a:xfrm>
              <a:custGeom>
                <a:avLst/>
                <a:gdLst>
                  <a:gd name="csX0" fmla="*/ 167426 w 1081826"/>
                  <a:gd name="csY0" fmla="*/ 0 h 186743"/>
                  <a:gd name="csX1" fmla="*/ 0 w 1081826"/>
                  <a:gd name="csY1" fmla="*/ 128788 h 186743"/>
                  <a:gd name="csX2" fmla="*/ 167426 w 1081826"/>
                  <a:gd name="csY2" fmla="*/ 173864 h 186743"/>
                  <a:gd name="csX3" fmla="*/ 528034 w 1081826"/>
                  <a:gd name="csY3" fmla="*/ 186743 h 186743"/>
                  <a:gd name="csX4" fmla="*/ 888642 w 1081826"/>
                  <a:gd name="csY4" fmla="*/ 167425 h 186743"/>
                  <a:gd name="csX5" fmla="*/ 1081826 w 1081826"/>
                  <a:gd name="csY5" fmla="*/ 141667 h 186743"/>
                  <a:gd name="csX6" fmla="*/ 933718 w 1081826"/>
                  <a:gd name="csY6" fmla="*/ 6439 h 186743"/>
                  <a:gd name="csX7" fmla="*/ 798490 w 1081826"/>
                  <a:gd name="csY7" fmla="*/ 45076 h 186743"/>
                  <a:gd name="csX8" fmla="*/ 611747 w 1081826"/>
                  <a:gd name="csY8" fmla="*/ 51515 h 186743"/>
                  <a:gd name="csX9" fmla="*/ 379927 w 1081826"/>
                  <a:gd name="csY9" fmla="*/ 64394 h 186743"/>
                  <a:gd name="csX10" fmla="*/ 167426 w 1081826"/>
                  <a:gd name="csY10" fmla="*/ 0 h 186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81826" h="186743">
                    <a:moveTo>
                      <a:pt x="167426" y="0"/>
                    </a:moveTo>
                    <a:lnTo>
                      <a:pt x="0" y="128788"/>
                    </a:lnTo>
                    <a:lnTo>
                      <a:pt x="167426" y="173864"/>
                    </a:lnTo>
                    <a:lnTo>
                      <a:pt x="528034" y="186743"/>
                    </a:lnTo>
                    <a:lnTo>
                      <a:pt x="888642" y="167425"/>
                    </a:lnTo>
                    <a:lnTo>
                      <a:pt x="1081826" y="141667"/>
                    </a:lnTo>
                    <a:lnTo>
                      <a:pt x="933718" y="6439"/>
                    </a:lnTo>
                    <a:lnTo>
                      <a:pt x="798490" y="45076"/>
                    </a:lnTo>
                    <a:lnTo>
                      <a:pt x="611747" y="51515"/>
                    </a:lnTo>
                    <a:lnTo>
                      <a:pt x="379927" y="64394"/>
                    </a:lnTo>
                    <a:lnTo>
                      <a:pt x="16742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Forme libre 11">
                <a:extLst>
                  <a:ext uri="{FF2B5EF4-FFF2-40B4-BE49-F238E27FC236}">
                    <a16:creationId xmlns:a16="http://schemas.microsoft.com/office/drawing/2014/main" id="{240876B6-4252-5816-B62F-98F63FD6C9EE}"/>
                  </a:ext>
                </a:extLst>
              </p:cNvPr>
              <p:cNvSpPr/>
              <p:nvPr/>
            </p:nvSpPr>
            <p:spPr>
              <a:xfrm>
                <a:off x="5539749" y="2108273"/>
                <a:ext cx="1081826" cy="186743"/>
              </a:xfrm>
              <a:custGeom>
                <a:avLst/>
                <a:gdLst>
                  <a:gd name="csX0" fmla="*/ 167426 w 1081826"/>
                  <a:gd name="csY0" fmla="*/ 0 h 186743"/>
                  <a:gd name="csX1" fmla="*/ 0 w 1081826"/>
                  <a:gd name="csY1" fmla="*/ 128788 h 186743"/>
                  <a:gd name="csX2" fmla="*/ 167426 w 1081826"/>
                  <a:gd name="csY2" fmla="*/ 173864 h 186743"/>
                  <a:gd name="csX3" fmla="*/ 528034 w 1081826"/>
                  <a:gd name="csY3" fmla="*/ 186743 h 186743"/>
                  <a:gd name="csX4" fmla="*/ 888642 w 1081826"/>
                  <a:gd name="csY4" fmla="*/ 167425 h 186743"/>
                  <a:gd name="csX5" fmla="*/ 1081826 w 1081826"/>
                  <a:gd name="csY5" fmla="*/ 141667 h 186743"/>
                  <a:gd name="csX6" fmla="*/ 933718 w 1081826"/>
                  <a:gd name="csY6" fmla="*/ 6439 h 186743"/>
                  <a:gd name="csX7" fmla="*/ 798490 w 1081826"/>
                  <a:gd name="csY7" fmla="*/ 45076 h 186743"/>
                  <a:gd name="csX8" fmla="*/ 611747 w 1081826"/>
                  <a:gd name="csY8" fmla="*/ 51515 h 186743"/>
                  <a:gd name="csX9" fmla="*/ 379927 w 1081826"/>
                  <a:gd name="csY9" fmla="*/ 64394 h 186743"/>
                  <a:gd name="csX10" fmla="*/ 167426 w 1081826"/>
                  <a:gd name="csY10" fmla="*/ 0 h 186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81826" h="186743">
                    <a:moveTo>
                      <a:pt x="167426" y="0"/>
                    </a:moveTo>
                    <a:lnTo>
                      <a:pt x="0" y="128788"/>
                    </a:lnTo>
                    <a:lnTo>
                      <a:pt x="167426" y="173864"/>
                    </a:lnTo>
                    <a:lnTo>
                      <a:pt x="528034" y="186743"/>
                    </a:lnTo>
                    <a:lnTo>
                      <a:pt x="888642" y="167425"/>
                    </a:lnTo>
                    <a:lnTo>
                      <a:pt x="1081826" y="141667"/>
                    </a:lnTo>
                    <a:lnTo>
                      <a:pt x="933718" y="6439"/>
                    </a:lnTo>
                    <a:lnTo>
                      <a:pt x="798490" y="45076"/>
                    </a:lnTo>
                    <a:lnTo>
                      <a:pt x="611747" y="51515"/>
                    </a:lnTo>
                    <a:lnTo>
                      <a:pt x="379927" y="64394"/>
                    </a:lnTo>
                    <a:lnTo>
                      <a:pt x="16742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6" name="Groupe 105">
              <a:extLst>
                <a:ext uri="{FF2B5EF4-FFF2-40B4-BE49-F238E27FC236}">
                  <a16:creationId xmlns:a16="http://schemas.microsoft.com/office/drawing/2014/main" id="{0D940F82-5D4F-8848-25D0-B5E8DC835B5C}"/>
                </a:ext>
              </a:extLst>
            </p:cNvPr>
            <p:cNvGrpSpPr/>
            <p:nvPr/>
          </p:nvGrpSpPr>
          <p:grpSpPr>
            <a:xfrm>
              <a:off x="5483632" y="1674606"/>
              <a:ext cx="1184276" cy="622222"/>
              <a:chOff x="2652501" y="2121273"/>
              <a:chExt cx="1184276" cy="622222"/>
            </a:xfrm>
          </p:grpSpPr>
          <p:grpSp>
            <p:nvGrpSpPr>
              <p:cNvPr id="62" name="Groupe 61">
                <a:extLst>
                  <a:ext uri="{FF2B5EF4-FFF2-40B4-BE49-F238E27FC236}">
                    <a16:creationId xmlns:a16="http://schemas.microsoft.com/office/drawing/2014/main" id="{1DC189FC-B0D0-B1F2-BD1D-44C6FF805E4F}"/>
                  </a:ext>
                </a:extLst>
              </p:cNvPr>
              <p:cNvGrpSpPr/>
              <p:nvPr/>
            </p:nvGrpSpPr>
            <p:grpSpPr>
              <a:xfrm>
                <a:off x="2652501" y="2423669"/>
                <a:ext cx="1184276" cy="319826"/>
                <a:chOff x="2601275" y="2381629"/>
                <a:chExt cx="1246321" cy="319826"/>
              </a:xfrm>
            </p:grpSpPr>
            <p:sp>
              <p:nvSpPr>
                <p:cNvPr id="46" name="Arc 45">
                  <a:extLst>
                    <a:ext uri="{FF2B5EF4-FFF2-40B4-BE49-F238E27FC236}">
                      <a16:creationId xmlns:a16="http://schemas.microsoft.com/office/drawing/2014/main" id="{F3F702C3-E1F2-0214-E17E-903D3B17DB56}"/>
                    </a:ext>
                  </a:extLst>
                </p:cNvPr>
                <p:cNvSpPr/>
                <p:nvPr/>
              </p:nvSpPr>
              <p:spPr>
                <a:xfrm rot="5400000">
                  <a:off x="3135752" y="1989611"/>
                  <a:ext cx="177367" cy="1246321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535457A0-7969-A48F-917D-DE37AB338158}"/>
                    </a:ext>
                  </a:extLst>
                </p:cNvPr>
                <p:cNvSpPr/>
                <p:nvPr/>
              </p:nvSpPr>
              <p:spPr>
                <a:xfrm rot="5400000">
                  <a:off x="3148818" y="2045678"/>
                  <a:ext cx="188283" cy="860186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49" name="Connecteur droit 48">
                  <a:extLst>
                    <a:ext uri="{FF2B5EF4-FFF2-40B4-BE49-F238E27FC236}">
                      <a16:creationId xmlns:a16="http://schemas.microsoft.com/office/drawing/2014/main" id="{4336F35A-0858-37EB-AC04-469B7374229F}"/>
                    </a:ext>
                  </a:extLst>
                </p:cNvPr>
                <p:cNvCxnSpPr>
                  <a:cxnSpLocks/>
                  <a:stCxn id="46" idx="2"/>
                  <a:endCxn id="47" idx="2"/>
                </p:cNvCxnSpPr>
                <p:nvPr/>
              </p:nvCxnSpPr>
              <p:spPr>
                <a:xfrm flipV="1">
                  <a:off x="2657026" y="2508403"/>
                  <a:ext cx="182503" cy="14103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cteur droit 49">
                  <a:extLst>
                    <a:ext uri="{FF2B5EF4-FFF2-40B4-BE49-F238E27FC236}">
                      <a16:creationId xmlns:a16="http://schemas.microsoft.com/office/drawing/2014/main" id="{26DA31DB-2457-3265-3F43-D85C94EE6DC8}"/>
                    </a:ext>
                  </a:extLst>
                </p:cNvPr>
                <p:cNvCxnSpPr>
                  <a:cxnSpLocks/>
                  <a:stCxn id="46" idx="0"/>
                  <a:endCxn id="47" idx="0"/>
                </p:cNvCxnSpPr>
                <p:nvPr/>
              </p:nvCxnSpPr>
              <p:spPr>
                <a:xfrm flipH="1" flipV="1">
                  <a:off x="3633190" y="2515353"/>
                  <a:ext cx="165645" cy="131809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e 62">
                <a:extLst>
                  <a:ext uri="{FF2B5EF4-FFF2-40B4-BE49-F238E27FC236}">
                    <a16:creationId xmlns:a16="http://schemas.microsoft.com/office/drawing/2014/main" id="{D61D2B77-9CC5-9796-7FFC-CBDE18F5E05C}"/>
                  </a:ext>
                </a:extLst>
              </p:cNvPr>
              <p:cNvGrpSpPr/>
              <p:nvPr/>
            </p:nvGrpSpPr>
            <p:grpSpPr>
              <a:xfrm>
                <a:off x="2878895" y="2316385"/>
                <a:ext cx="744005" cy="260603"/>
                <a:chOff x="2708478" y="2372539"/>
                <a:chExt cx="1050665" cy="367164"/>
              </a:xfrm>
            </p:grpSpPr>
            <p:sp>
              <p:nvSpPr>
                <p:cNvPr id="64" name="Arc 63">
                  <a:extLst>
                    <a:ext uri="{FF2B5EF4-FFF2-40B4-BE49-F238E27FC236}">
                      <a16:creationId xmlns:a16="http://schemas.microsoft.com/office/drawing/2014/main" id="{0BA54236-3977-28E9-EB7A-B6F05526FA02}"/>
                    </a:ext>
                  </a:extLst>
                </p:cNvPr>
                <p:cNvSpPr/>
                <p:nvPr/>
              </p:nvSpPr>
              <p:spPr>
                <a:xfrm rot="5400000">
                  <a:off x="3125253" y="2105812"/>
                  <a:ext cx="217116" cy="1050665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5" name="Arc 64">
                  <a:extLst>
                    <a:ext uri="{FF2B5EF4-FFF2-40B4-BE49-F238E27FC236}">
                      <a16:creationId xmlns:a16="http://schemas.microsoft.com/office/drawing/2014/main" id="{137E076B-7391-057A-EC80-8EEAB471B7AE}"/>
                    </a:ext>
                  </a:extLst>
                </p:cNvPr>
                <p:cNvSpPr/>
                <p:nvPr/>
              </p:nvSpPr>
              <p:spPr>
                <a:xfrm rot="5400000">
                  <a:off x="3146632" y="2102249"/>
                  <a:ext cx="188283" cy="728864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6" name="Connecteur droit 65">
                  <a:extLst>
                    <a:ext uri="{FF2B5EF4-FFF2-40B4-BE49-F238E27FC236}">
                      <a16:creationId xmlns:a16="http://schemas.microsoft.com/office/drawing/2014/main" id="{B604FEE0-2269-7204-95F3-86E815F94AFA}"/>
                    </a:ext>
                  </a:extLst>
                </p:cNvPr>
                <p:cNvCxnSpPr>
                  <a:cxnSpLocks/>
                  <a:stCxn id="64" idx="2"/>
                  <a:endCxn id="65" idx="2"/>
                </p:cNvCxnSpPr>
                <p:nvPr/>
              </p:nvCxnSpPr>
              <p:spPr>
                <a:xfrm flipV="1">
                  <a:off x="2734689" y="2496083"/>
                  <a:ext cx="159881" cy="16892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necteur droit 66">
                  <a:extLst>
                    <a:ext uri="{FF2B5EF4-FFF2-40B4-BE49-F238E27FC236}">
                      <a16:creationId xmlns:a16="http://schemas.microsoft.com/office/drawing/2014/main" id="{6CE1076F-44A8-38B8-F877-399C4E595CDD}"/>
                    </a:ext>
                  </a:extLst>
                </p:cNvPr>
                <p:cNvCxnSpPr>
                  <a:cxnSpLocks/>
                  <a:stCxn id="64" idx="0"/>
                  <a:endCxn id="65" idx="0"/>
                </p:cNvCxnSpPr>
                <p:nvPr/>
              </p:nvCxnSpPr>
              <p:spPr>
                <a:xfrm flipH="1" flipV="1">
                  <a:off x="3577697" y="2502564"/>
                  <a:ext cx="158706" cy="160175"/>
                </a:xfrm>
                <a:prstGeom prst="line">
                  <a:avLst/>
                </a:prstGeom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e 67">
                <a:extLst>
                  <a:ext uri="{FF2B5EF4-FFF2-40B4-BE49-F238E27FC236}">
                    <a16:creationId xmlns:a16="http://schemas.microsoft.com/office/drawing/2014/main" id="{A0022FB5-DB72-CCF9-460C-88B2C6ECBE56}"/>
                  </a:ext>
                </a:extLst>
              </p:cNvPr>
              <p:cNvGrpSpPr/>
              <p:nvPr/>
            </p:nvGrpSpPr>
            <p:grpSpPr>
              <a:xfrm>
                <a:off x="3029232" y="2242438"/>
                <a:ext cx="456024" cy="182873"/>
                <a:chOff x="2811856" y="2378614"/>
                <a:chExt cx="878707" cy="384862"/>
              </a:xfrm>
            </p:grpSpPr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C2203BAF-C09D-1211-B7B0-87C415AE02CD}"/>
                    </a:ext>
                  </a:extLst>
                </p:cNvPr>
                <p:cNvSpPr/>
                <p:nvPr/>
              </p:nvSpPr>
              <p:spPr>
                <a:xfrm rot="5400000">
                  <a:off x="3114450" y="2187362"/>
                  <a:ext cx="273520" cy="878707"/>
                </a:xfrm>
                <a:prstGeom prst="arc">
                  <a:avLst>
                    <a:gd name="adj1" fmla="val 16540413"/>
                    <a:gd name="adj2" fmla="val 5125094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Arc 69">
                  <a:extLst>
                    <a:ext uri="{FF2B5EF4-FFF2-40B4-BE49-F238E27FC236}">
                      <a16:creationId xmlns:a16="http://schemas.microsoft.com/office/drawing/2014/main" id="{04D64B0F-AA6C-DBF2-3240-096ECDDDFEF6}"/>
                    </a:ext>
                  </a:extLst>
                </p:cNvPr>
                <p:cNvSpPr/>
                <p:nvPr/>
              </p:nvSpPr>
              <p:spPr>
                <a:xfrm rot="5400000">
                  <a:off x="3164205" y="2181623"/>
                  <a:ext cx="191300" cy="585281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71" name="Connecteur droit 70">
                  <a:extLst>
                    <a:ext uri="{FF2B5EF4-FFF2-40B4-BE49-F238E27FC236}">
                      <a16:creationId xmlns:a16="http://schemas.microsoft.com/office/drawing/2014/main" id="{585BE86F-27EF-D383-8FD9-9B202E73F3E7}"/>
                    </a:ext>
                  </a:extLst>
                </p:cNvPr>
                <p:cNvCxnSpPr>
                  <a:cxnSpLocks/>
                  <a:stCxn id="69" idx="2"/>
                  <a:endCxn id="70" idx="2"/>
                </p:cNvCxnSpPr>
                <p:nvPr/>
              </p:nvCxnSpPr>
              <p:spPr>
                <a:xfrm flipV="1">
                  <a:off x="2828260" y="2500433"/>
                  <a:ext cx="150120" cy="163303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Connecteur droit 71">
                  <a:extLst>
                    <a:ext uri="{FF2B5EF4-FFF2-40B4-BE49-F238E27FC236}">
                      <a16:creationId xmlns:a16="http://schemas.microsoft.com/office/drawing/2014/main" id="{8929CBFA-2E2A-C6A9-8EB4-F86E295573DE}"/>
                    </a:ext>
                  </a:extLst>
                </p:cNvPr>
                <p:cNvCxnSpPr>
                  <a:cxnSpLocks/>
                  <a:stCxn id="69" idx="0"/>
                  <a:endCxn id="70" idx="0"/>
                </p:cNvCxnSpPr>
                <p:nvPr/>
              </p:nvCxnSpPr>
              <p:spPr>
                <a:xfrm flipH="1" flipV="1">
                  <a:off x="3535487" y="2506399"/>
                  <a:ext cx="130595" cy="165332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e 100">
                <a:extLst>
                  <a:ext uri="{FF2B5EF4-FFF2-40B4-BE49-F238E27FC236}">
                    <a16:creationId xmlns:a16="http://schemas.microsoft.com/office/drawing/2014/main" id="{2D05B36A-100B-0234-C346-2ABAB9C34D1C}"/>
                  </a:ext>
                </a:extLst>
              </p:cNvPr>
              <p:cNvGrpSpPr/>
              <p:nvPr/>
            </p:nvGrpSpPr>
            <p:grpSpPr>
              <a:xfrm>
                <a:off x="3060329" y="2121273"/>
                <a:ext cx="407498" cy="188809"/>
                <a:chOff x="3018701" y="2147204"/>
                <a:chExt cx="442719" cy="188809"/>
              </a:xfrm>
            </p:grpSpPr>
            <p:sp>
              <p:nvSpPr>
                <p:cNvPr id="76" name="Arc 75">
                  <a:extLst>
                    <a:ext uri="{FF2B5EF4-FFF2-40B4-BE49-F238E27FC236}">
                      <a16:creationId xmlns:a16="http://schemas.microsoft.com/office/drawing/2014/main" id="{58845584-22F3-7A80-2E9E-B936E8963A17}"/>
                    </a:ext>
                  </a:extLst>
                </p:cNvPr>
                <p:cNvSpPr/>
                <p:nvPr/>
              </p:nvSpPr>
              <p:spPr>
                <a:xfrm rot="5400000">
                  <a:off x="3145656" y="2020249"/>
                  <a:ext cx="188809" cy="442719"/>
                </a:xfrm>
                <a:prstGeom prst="arc">
                  <a:avLst>
                    <a:gd name="adj1" fmla="val 17868961"/>
                    <a:gd name="adj2" fmla="val 3813239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F22FF5BD-BEA5-7FF2-2F48-04DF4EBF33D2}"/>
                    </a:ext>
                  </a:extLst>
                </p:cNvPr>
                <p:cNvCxnSpPr>
                  <a:cxnSpLocks/>
                  <a:stCxn id="76" idx="2"/>
                </p:cNvCxnSpPr>
                <p:nvPr/>
              </p:nvCxnSpPr>
              <p:spPr>
                <a:xfrm flipV="1">
                  <a:off x="3089182" y="2190593"/>
                  <a:ext cx="162933" cy="12009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necteur droit 78">
                  <a:extLst>
                    <a:ext uri="{FF2B5EF4-FFF2-40B4-BE49-F238E27FC236}">
                      <a16:creationId xmlns:a16="http://schemas.microsoft.com/office/drawing/2014/main" id="{8604AA30-0093-31FE-AEA7-CBCAFF0D7DEE}"/>
                    </a:ext>
                  </a:extLst>
                </p:cNvPr>
                <p:cNvCxnSpPr>
                  <a:cxnSpLocks/>
                  <a:stCxn id="76" idx="0"/>
                </p:cNvCxnSpPr>
                <p:nvPr/>
              </p:nvCxnSpPr>
              <p:spPr>
                <a:xfrm flipH="1" flipV="1">
                  <a:off x="3252116" y="2190593"/>
                  <a:ext cx="134014" cy="121950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53" name="Graphique 52">
            <a:extLst>
              <a:ext uri="{FF2B5EF4-FFF2-40B4-BE49-F238E27FC236}">
                <a16:creationId xmlns:a16="http://schemas.microsoft.com/office/drawing/2014/main" id="{6280EE2B-9ACB-B78D-0553-83F1A17C28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7435" y="1944397"/>
            <a:ext cx="1622908" cy="860633"/>
          </a:xfrm>
          <a:prstGeom prst="rect">
            <a:avLst/>
          </a:prstGeom>
        </p:spPr>
      </p:pic>
      <p:pic>
        <p:nvPicPr>
          <p:cNvPr id="54" name="Graphique 53">
            <a:extLst>
              <a:ext uri="{FF2B5EF4-FFF2-40B4-BE49-F238E27FC236}">
                <a16:creationId xmlns:a16="http://schemas.microsoft.com/office/drawing/2014/main" id="{C2722DC0-13F6-F04B-6EC2-B4F3E4C550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0950" y="2971800"/>
            <a:ext cx="1562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1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4301-5353-5719-D9A9-7BA9DBD1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38F6ABBC-1922-9D07-8EEB-A4C5841FC697}"/>
              </a:ext>
            </a:extLst>
          </p:cNvPr>
          <p:cNvSpPr/>
          <p:nvPr/>
        </p:nvSpPr>
        <p:spPr>
          <a:xfrm rot="16200000">
            <a:off x="2838977" y="3104778"/>
            <a:ext cx="3723958" cy="5984303"/>
          </a:xfrm>
          <a:prstGeom prst="arc">
            <a:avLst>
              <a:gd name="adj1" fmla="val 15519121"/>
              <a:gd name="adj2" fmla="val 613072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6" name="Image 175">
            <a:extLst>
              <a:ext uri="{FF2B5EF4-FFF2-40B4-BE49-F238E27FC236}">
                <a16:creationId xmlns:a16="http://schemas.microsoft.com/office/drawing/2014/main" id="{263DA7C7-B515-FBBF-20A6-D148DA30202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03275" y="4764502"/>
            <a:ext cx="788995" cy="683309"/>
          </a:xfrm>
          <a:prstGeom prst="rect">
            <a:avLst/>
          </a:prstGeom>
        </p:spPr>
      </p:pic>
      <p:pic>
        <p:nvPicPr>
          <p:cNvPr id="177" name="Image 176">
            <a:extLst>
              <a:ext uri="{FF2B5EF4-FFF2-40B4-BE49-F238E27FC236}">
                <a16:creationId xmlns:a16="http://schemas.microsoft.com/office/drawing/2014/main" id="{B2D97D51-5D90-5B99-2F5C-626CA0E5FA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28145" y="4369745"/>
            <a:ext cx="661924" cy="387243"/>
          </a:xfrm>
          <a:prstGeom prst="rect">
            <a:avLst/>
          </a:prstGeom>
        </p:spPr>
      </p:pic>
      <p:pic>
        <p:nvPicPr>
          <p:cNvPr id="178" name="Image 177">
            <a:extLst>
              <a:ext uri="{FF2B5EF4-FFF2-40B4-BE49-F238E27FC236}">
                <a16:creationId xmlns:a16="http://schemas.microsoft.com/office/drawing/2014/main" id="{1DB349A5-09FE-DCBE-4D8F-1A422252133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53772" y="4730985"/>
            <a:ext cx="710957" cy="387244"/>
          </a:xfrm>
          <a:prstGeom prst="rect">
            <a:avLst/>
          </a:prstGeom>
        </p:spPr>
      </p:pic>
      <p:sp>
        <p:nvSpPr>
          <p:cNvPr id="179" name="ZoneTexte 178">
            <a:extLst>
              <a:ext uri="{FF2B5EF4-FFF2-40B4-BE49-F238E27FC236}">
                <a16:creationId xmlns:a16="http://schemas.microsoft.com/office/drawing/2014/main" id="{E536C7C1-51ED-B07D-CCDB-1DD1E31FC709}"/>
              </a:ext>
            </a:extLst>
          </p:cNvPr>
          <p:cNvSpPr txBox="1"/>
          <p:nvPr/>
        </p:nvSpPr>
        <p:spPr>
          <a:xfrm>
            <a:off x="1958507" y="5170335"/>
            <a:ext cx="1893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B2738E7C-C25D-6AF8-1524-FCA0F7C71E43}"/>
              </a:ext>
            </a:extLst>
          </p:cNvPr>
          <p:cNvSpPr txBox="1"/>
          <p:nvPr/>
        </p:nvSpPr>
        <p:spPr>
          <a:xfrm>
            <a:off x="5712517" y="5451849"/>
            <a:ext cx="1533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 </a:t>
            </a: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1" name="Arc 180">
            <a:extLst>
              <a:ext uri="{FF2B5EF4-FFF2-40B4-BE49-F238E27FC236}">
                <a16:creationId xmlns:a16="http://schemas.microsoft.com/office/drawing/2014/main" id="{F70459CA-26B2-F37F-5AC1-EC69A4C2D02B}"/>
              </a:ext>
            </a:extLst>
          </p:cNvPr>
          <p:cNvSpPr/>
          <p:nvPr/>
        </p:nvSpPr>
        <p:spPr>
          <a:xfrm rot="16200000">
            <a:off x="2840985" y="-2110810"/>
            <a:ext cx="3462030" cy="8921190"/>
          </a:xfrm>
          <a:prstGeom prst="arc">
            <a:avLst>
              <a:gd name="adj1" fmla="val 16321090"/>
              <a:gd name="adj2" fmla="val 5355200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EE858F86-93CE-28C7-E75E-C1418461CFC8}"/>
              </a:ext>
            </a:extLst>
          </p:cNvPr>
          <p:cNvSpPr txBox="1"/>
          <p:nvPr/>
        </p:nvSpPr>
        <p:spPr>
          <a:xfrm>
            <a:off x="4136213" y="4818841"/>
            <a:ext cx="1661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ratios</a:t>
            </a:r>
          </a:p>
          <a:p>
            <a:pPr algn="ctr"/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size-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longer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(Hastings and Conrad, 1979)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C444FFED-6BFE-7121-F762-6FA816B68E17}"/>
              </a:ext>
            </a:extLst>
          </p:cNvPr>
          <p:cNvSpPr/>
          <p:nvPr/>
        </p:nvSpPr>
        <p:spPr>
          <a:xfrm rot="16200000">
            <a:off x="2989920" y="1396941"/>
            <a:ext cx="3462030" cy="7148190"/>
          </a:xfrm>
          <a:prstGeom prst="arc">
            <a:avLst>
              <a:gd name="adj1" fmla="val 16775887"/>
              <a:gd name="adj2" fmla="val 1766681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88CDF1B4-0A00-B2D0-7099-1722BB1D2A99}"/>
              </a:ext>
            </a:extLst>
          </p:cNvPr>
          <p:cNvSpPr/>
          <p:nvPr/>
        </p:nvSpPr>
        <p:spPr>
          <a:xfrm rot="16200000">
            <a:off x="2956150" y="1396940"/>
            <a:ext cx="3462030" cy="7148190"/>
          </a:xfrm>
          <a:prstGeom prst="arc">
            <a:avLst>
              <a:gd name="adj1" fmla="val 17872647"/>
              <a:gd name="adj2" fmla="val 1897832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98DA00F-5FDC-E9E7-3F8B-271ADAFF5069}"/>
              </a:ext>
            </a:extLst>
          </p:cNvPr>
          <p:cNvSpPr/>
          <p:nvPr/>
        </p:nvSpPr>
        <p:spPr>
          <a:xfrm rot="16200000">
            <a:off x="3023692" y="1385457"/>
            <a:ext cx="3462030" cy="7148190"/>
          </a:xfrm>
          <a:prstGeom prst="arc">
            <a:avLst>
              <a:gd name="adj1" fmla="val 19272570"/>
              <a:gd name="adj2" fmla="val 21012894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4CBD8109-E69C-120C-D4AE-FBC3790E590F}"/>
              </a:ext>
            </a:extLst>
          </p:cNvPr>
          <p:cNvSpPr/>
          <p:nvPr/>
        </p:nvSpPr>
        <p:spPr>
          <a:xfrm rot="16200000">
            <a:off x="2922595" y="1394359"/>
            <a:ext cx="3462030" cy="7148190"/>
          </a:xfrm>
          <a:prstGeom prst="arc">
            <a:avLst>
              <a:gd name="adj1" fmla="val 2103158"/>
              <a:gd name="adj2" fmla="val 338082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F91869F-9B76-3CDE-81A9-83B3C933FBAA}"/>
              </a:ext>
            </a:extLst>
          </p:cNvPr>
          <p:cNvSpPr/>
          <p:nvPr/>
        </p:nvSpPr>
        <p:spPr>
          <a:xfrm rot="16200000">
            <a:off x="2905709" y="1392455"/>
            <a:ext cx="3462030" cy="7148190"/>
          </a:xfrm>
          <a:prstGeom prst="arc">
            <a:avLst>
              <a:gd name="adj1" fmla="val 3615679"/>
              <a:gd name="adj2" fmla="val 443317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B17C423-EA61-1778-2ADE-6C84B79956BE}"/>
              </a:ext>
            </a:extLst>
          </p:cNvPr>
          <p:cNvSpPr/>
          <p:nvPr/>
        </p:nvSpPr>
        <p:spPr>
          <a:xfrm rot="16200000">
            <a:off x="3006805" y="1385457"/>
            <a:ext cx="3462030" cy="7148190"/>
          </a:xfrm>
          <a:prstGeom prst="arc">
            <a:avLst>
              <a:gd name="adj1" fmla="val 21361205"/>
              <a:gd name="adj2" fmla="val 175119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CED6989-4D18-2231-4272-347C5708E7E4}"/>
              </a:ext>
            </a:extLst>
          </p:cNvPr>
          <p:cNvCxnSpPr/>
          <p:nvPr/>
        </p:nvCxnSpPr>
        <p:spPr>
          <a:xfrm flipH="1" flipV="1">
            <a:off x="727241" y="3750679"/>
            <a:ext cx="628422" cy="64427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8EC77F0-435B-8D96-E5A0-7FB16512E375}"/>
              </a:ext>
            </a:extLst>
          </p:cNvPr>
          <p:cNvCxnSpPr>
            <a:cxnSpLocks/>
          </p:cNvCxnSpPr>
          <p:nvPr/>
        </p:nvCxnSpPr>
        <p:spPr>
          <a:xfrm flipH="1" flipV="1">
            <a:off x="1889303" y="2852073"/>
            <a:ext cx="375938" cy="85563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352C306-BF84-6DD7-D088-9420426A3378}"/>
              </a:ext>
            </a:extLst>
          </p:cNvPr>
          <p:cNvCxnSpPr>
            <a:cxnSpLocks/>
          </p:cNvCxnSpPr>
          <p:nvPr/>
        </p:nvCxnSpPr>
        <p:spPr>
          <a:xfrm flipH="1" flipV="1">
            <a:off x="3312077" y="2340304"/>
            <a:ext cx="189441" cy="1023539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0285E8D-B761-F89B-12F7-AE5B137C7B19}"/>
              </a:ext>
            </a:extLst>
          </p:cNvPr>
          <p:cNvCxnSpPr>
            <a:cxnSpLocks/>
          </p:cNvCxnSpPr>
          <p:nvPr/>
        </p:nvCxnSpPr>
        <p:spPr>
          <a:xfrm flipV="1">
            <a:off x="4645475" y="2294660"/>
            <a:ext cx="16886" cy="93921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3BFF99C-B876-91E6-4940-52D4CD66C83B}"/>
              </a:ext>
            </a:extLst>
          </p:cNvPr>
          <p:cNvCxnSpPr>
            <a:cxnSpLocks/>
          </p:cNvCxnSpPr>
          <p:nvPr/>
        </p:nvCxnSpPr>
        <p:spPr>
          <a:xfrm flipV="1">
            <a:off x="5813725" y="2367843"/>
            <a:ext cx="161794" cy="97354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CFE5C18-B6E1-E022-9E06-30479161B159}"/>
              </a:ext>
            </a:extLst>
          </p:cNvPr>
          <p:cNvCxnSpPr>
            <a:cxnSpLocks/>
          </p:cNvCxnSpPr>
          <p:nvPr/>
        </p:nvCxnSpPr>
        <p:spPr>
          <a:xfrm flipV="1">
            <a:off x="6960563" y="2733716"/>
            <a:ext cx="363168" cy="92050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86CDEDCD-ACB7-9A6E-8C18-4DDD56CDBDDF}"/>
              </a:ext>
            </a:extLst>
          </p:cNvPr>
          <p:cNvSpPr txBox="1"/>
          <p:nvPr/>
        </p:nvSpPr>
        <p:spPr>
          <a:xfrm rot="13574001">
            <a:off x="664774" y="4057625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FFCBF8C-4F6E-EF1E-9A06-4CC53667633A}"/>
              </a:ext>
            </a:extLst>
          </p:cNvPr>
          <p:cNvSpPr txBox="1"/>
          <p:nvPr/>
        </p:nvSpPr>
        <p:spPr>
          <a:xfrm rot="14705958">
            <a:off x="1702002" y="3155359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8897B83-E528-A393-0C84-E899EAE24A28}"/>
              </a:ext>
            </a:extLst>
          </p:cNvPr>
          <p:cNvSpPr txBox="1"/>
          <p:nvPr/>
        </p:nvSpPr>
        <p:spPr>
          <a:xfrm rot="15538224">
            <a:off x="2992372" y="2684647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3EC529C-89B8-E38A-B844-27A03B7F95FC}"/>
              </a:ext>
            </a:extLst>
          </p:cNvPr>
          <p:cNvSpPr txBox="1"/>
          <p:nvPr/>
        </p:nvSpPr>
        <p:spPr>
          <a:xfrm rot="16200000">
            <a:off x="4241484" y="2523619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3A9B119-A4B0-A0CF-9AC8-01F48F0CEC53}"/>
              </a:ext>
            </a:extLst>
          </p:cNvPr>
          <p:cNvSpPr txBox="1"/>
          <p:nvPr/>
        </p:nvSpPr>
        <p:spPr>
          <a:xfrm rot="16751638">
            <a:off x="5494020" y="2564211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8486A4-C4B1-D32B-8BF3-1D1FC6523440}"/>
              </a:ext>
            </a:extLst>
          </p:cNvPr>
          <p:cNvSpPr txBox="1"/>
          <p:nvPr/>
        </p:nvSpPr>
        <p:spPr>
          <a:xfrm rot="17525053">
            <a:off x="6784958" y="2879404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08A6FDC-561C-7E9C-E37F-78EA7A15ED75}"/>
              </a:ext>
            </a:extLst>
          </p:cNvPr>
          <p:cNvGrpSpPr/>
          <p:nvPr/>
        </p:nvGrpSpPr>
        <p:grpSpPr>
          <a:xfrm>
            <a:off x="1146839" y="3822752"/>
            <a:ext cx="308126" cy="319606"/>
            <a:chOff x="1191329" y="3727269"/>
            <a:chExt cx="308126" cy="319606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A26FB63F-8BD3-66B5-18C6-1A7591E0156A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C924FE-9589-CF10-5313-05DFE1DBE75D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6EBC564E-6906-FAFB-E551-C4CBA276235B}"/>
              </a:ext>
            </a:extLst>
          </p:cNvPr>
          <p:cNvGrpSpPr/>
          <p:nvPr/>
        </p:nvGrpSpPr>
        <p:grpSpPr>
          <a:xfrm>
            <a:off x="1259421" y="3371583"/>
            <a:ext cx="308126" cy="319606"/>
            <a:chOff x="1191329" y="3727269"/>
            <a:chExt cx="308126" cy="319606"/>
          </a:xfrm>
        </p:grpSpPr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9B55949E-1D66-7ADB-92D4-556CEBCF804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5B4182-0230-748D-25A4-350E9BDF6847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9166A85E-53B6-9BEF-35D6-696A606AAF22}"/>
              </a:ext>
            </a:extLst>
          </p:cNvPr>
          <p:cNvSpPr txBox="1"/>
          <p:nvPr/>
        </p:nvSpPr>
        <p:spPr>
          <a:xfrm rot="19036058">
            <a:off x="1392259" y="4187686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0C598D8-F53E-765E-2931-635B9AE47F9C}"/>
              </a:ext>
            </a:extLst>
          </p:cNvPr>
          <p:cNvSpPr txBox="1"/>
          <p:nvPr/>
        </p:nvSpPr>
        <p:spPr>
          <a:xfrm rot="19249688">
            <a:off x="1635814" y="393209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A5B5D3B-DC12-3088-E32F-37920025BEEE}"/>
              </a:ext>
            </a:extLst>
          </p:cNvPr>
          <p:cNvSpPr txBox="1"/>
          <p:nvPr/>
        </p:nvSpPr>
        <p:spPr>
          <a:xfrm rot="275896">
            <a:off x="4574157" y="3551516"/>
            <a:ext cx="1144133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Human ftp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F0C4155-1E2F-34CD-C4FA-1C083463F3D9}"/>
              </a:ext>
            </a:extLst>
          </p:cNvPr>
          <p:cNvSpPr txBox="1"/>
          <p:nvPr/>
        </p:nvSpPr>
        <p:spPr>
          <a:xfrm rot="21109009">
            <a:off x="3254138" y="3713181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 </a:t>
            </a:r>
          </a:p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0BC0E73F-1BC3-A1DB-2F11-D28C772942F4}"/>
              </a:ext>
            </a:extLst>
          </p:cNvPr>
          <p:cNvCxnSpPr>
            <a:cxnSpLocks/>
          </p:cNvCxnSpPr>
          <p:nvPr/>
        </p:nvCxnSpPr>
        <p:spPr>
          <a:xfrm flipV="1">
            <a:off x="2361290" y="2687577"/>
            <a:ext cx="534804" cy="783840"/>
          </a:xfrm>
          <a:prstGeom prst="line">
            <a:avLst/>
          </a:prstGeom>
          <a:ln w="34925"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D199A4B-DCB1-23DB-AD0B-9C5310264070}"/>
              </a:ext>
            </a:extLst>
          </p:cNvPr>
          <p:cNvCxnSpPr>
            <a:cxnSpLocks/>
          </p:cNvCxnSpPr>
          <p:nvPr/>
        </p:nvCxnSpPr>
        <p:spPr>
          <a:xfrm>
            <a:off x="3494111" y="2557037"/>
            <a:ext cx="775044" cy="567286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C0D4F1B3-2BB1-2311-0D2A-DD8040E6E14F}"/>
              </a:ext>
            </a:extLst>
          </p:cNvPr>
          <p:cNvCxnSpPr>
            <a:cxnSpLocks/>
          </p:cNvCxnSpPr>
          <p:nvPr/>
        </p:nvCxnSpPr>
        <p:spPr>
          <a:xfrm>
            <a:off x="4767361" y="2506795"/>
            <a:ext cx="775044" cy="567286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0AF4D0AE-2DD3-AC8D-865A-D06E75B45E01}"/>
              </a:ext>
            </a:extLst>
          </p:cNvPr>
          <p:cNvCxnSpPr>
            <a:cxnSpLocks/>
          </p:cNvCxnSpPr>
          <p:nvPr/>
        </p:nvCxnSpPr>
        <p:spPr>
          <a:xfrm flipV="1">
            <a:off x="6049446" y="2648385"/>
            <a:ext cx="826906" cy="599496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rc 60">
            <a:extLst>
              <a:ext uri="{FF2B5EF4-FFF2-40B4-BE49-F238E27FC236}">
                <a16:creationId xmlns:a16="http://schemas.microsoft.com/office/drawing/2014/main" id="{77132BFE-B564-F78E-D5F6-58321B243F37}"/>
              </a:ext>
            </a:extLst>
          </p:cNvPr>
          <p:cNvSpPr/>
          <p:nvPr/>
        </p:nvSpPr>
        <p:spPr>
          <a:xfrm rot="16200000">
            <a:off x="3415210" y="297959"/>
            <a:ext cx="3462030" cy="7148190"/>
          </a:xfrm>
          <a:prstGeom prst="arc">
            <a:avLst>
              <a:gd name="adj1" fmla="val 3615679"/>
              <a:gd name="adj2" fmla="val 443317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372B4287-C0E0-AD11-7A8D-3FACC4463487}"/>
              </a:ext>
            </a:extLst>
          </p:cNvPr>
          <p:cNvGrpSpPr/>
          <p:nvPr/>
        </p:nvGrpSpPr>
        <p:grpSpPr>
          <a:xfrm rot="4068594">
            <a:off x="7332891" y="2994676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0F3FA001-410A-2E2B-D9AB-FBF2B0DF99AE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39D6FD1-7674-06ED-67C7-22E323F8922D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AAB06EE4-0508-33F2-622B-2797F31C6A48}"/>
              </a:ext>
            </a:extLst>
          </p:cNvPr>
          <p:cNvGrpSpPr/>
          <p:nvPr/>
        </p:nvGrpSpPr>
        <p:grpSpPr>
          <a:xfrm rot="4176217">
            <a:off x="7579062" y="3445052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32913498-38C6-53AB-F47F-06DB7C538CD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607B56E-BDF3-0F66-F0D2-8E72BE432FC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9801ECC0-5B44-BCE6-45FD-16586F842C7B}"/>
              </a:ext>
            </a:extLst>
          </p:cNvPr>
          <p:cNvGrpSpPr/>
          <p:nvPr/>
        </p:nvGrpSpPr>
        <p:grpSpPr>
          <a:xfrm rot="4068594">
            <a:off x="7714330" y="2143328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01C1E6D9-9C2D-4AEE-1847-383A04C80D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63D0B73-3B0B-8B36-7FBE-8D7AE559AED3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87823755-F2C1-8312-81C0-CC124A14D186}"/>
              </a:ext>
            </a:extLst>
          </p:cNvPr>
          <p:cNvGrpSpPr/>
          <p:nvPr/>
        </p:nvGrpSpPr>
        <p:grpSpPr>
          <a:xfrm rot="4176217">
            <a:off x="8211802" y="2047497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4DF46222-5B9B-D2CC-BC27-DD2095D6CFDC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A12AC70-52C7-294F-5D93-28DACFEF4EC2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BC5AC147-5845-44AB-EC36-C512C8C3A62E}"/>
              </a:ext>
            </a:extLst>
          </p:cNvPr>
          <p:cNvGrpSpPr/>
          <p:nvPr/>
        </p:nvGrpSpPr>
        <p:grpSpPr>
          <a:xfrm>
            <a:off x="7284256" y="1647227"/>
            <a:ext cx="520222" cy="920502"/>
            <a:chOff x="7328746" y="1551744"/>
            <a:chExt cx="520222" cy="920502"/>
          </a:xfrm>
        </p:grpSpPr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D304294E-F754-625D-7348-7FEF45A1A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5800" y="1551744"/>
              <a:ext cx="363168" cy="920502"/>
            </a:xfrm>
            <a:prstGeom prst="straightConnector1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8DA43E16-0FDC-2B2E-E052-15133B4B69C5}"/>
                </a:ext>
              </a:extLst>
            </p:cNvPr>
            <p:cNvSpPr txBox="1"/>
            <p:nvPr/>
          </p:nvSpPr>
          <p:spPr>
            <a:xfrm rot="17525053">
              <a:off x="7267303" y="1765444"/>
              <a:ext cx="436994" cy="31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latin typeface="Calibri" panose="020F0502020204030204" pitchFamily="34" charset="0"/>
                  <a:cs typeface="Calibri" panose="020F0502020204030204" pitchFamily="34" charset="0"/>
                </a:rPr>
                <a:t>FCL</a:t>
              </a:r>
            </a:p>
          </p:txBody>
        </p:sp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442A2986-A828-0CA2-50D2-ED8463049D2F}"/>
              </a:ext>
            </a:extLst>
          </p:cNvPr>
          <p:cNvSpPr txBox="1"/>
          <p:nvPr/>
        </p:nvSpPr>
        <p:spPr>
          <a:xfrm>
            <a:off x="2988077" y="470655"/>
            <a:ext cx="3098851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correlates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A918E145-B888-2A56-25D9-7CBA42579F68}"/>
              </a:ext>
            </a:extLst>
          </p:cNvPr>
          <p:cNvSpPr txBox="1"/>
          <p:nvPr/>
        </p:nvSpPr>
        <p:spPr>
          <a:xfrm>
            <a:off x="2874467" y="6286577"/>
            <a:ext cx="39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Underpinning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8613094-1D0B-A652-F4B7-DAFA8BF58C9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53391">
            <a:off x="8071816" y="3168667"/>
            <a:ext cx="469266" cy="27453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BC0F866-5AF9-7AEB-9CA1-BDEACA4242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73042">
            <a:off x="8359722" y="2536411"/>
            <a:ext cx="518092" cy="3117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124DD17-9E66-F3A8-8E4C-7160115F9C1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570940">
            <a:off x="6590183" y="1750922"/>
            <a:ext cx="518092" cy="28219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92DFADE-E560-0524-1800-DC7E068C75B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1630">
            <a:off x="5044473" y="1451568"/>
            <a:ext cx="518092" cy="28219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621AC3F-1858-9F2F-4F20-77F4D7BA559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244602">
            <a:off x="3549144" y="1508613"/>
            <a:ext cx="518092" cy="28219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F569598-7DEA-0F91-B7B9-FCAF3EDD80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066479">
            <a:off x="1994032" y="1855759"/>
            <a:ext cx="518092" cy="28219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8002802-1B41-9D9E-DD6E-11115CDA9E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17880">
            <a:off x="6434292" y="2175439"/>
            <a:ext cx="469266" cy="27453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59B84F6-4449-A083-AF29-E1C06C86E9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56408">
            <a:off x="5031318" y="1961794"/>
            <a:ext cx="469266" cy="27453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073E9D2E-CE7F-09C9-C63A-B4121B8B75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274430">
            <a:off x="696740" y="2995051"/>
            <a:ext cx="469266" cy="274533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C4365BC-7E50-95F2-26BD-9595433F3E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195161">
            <a:off x="3428496" y="825475"/>
            <a:ext cx="599079" cy="51883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E9625C27-3A30-D845-707F-B2405326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358618">
            <a:off x="5088054" y="811784"/>
            <a:ext cx="599079" cy="518832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BFD0AEC6-7DF8-376B-EDBB-511E545706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395488">
            <a:off x="6805462" y="1164573"/>
            <a:ext cx="599079" cy="518832"/>
          </a:xfrm>
          <a:prstGeom prst="rect">
            <a:avLst/>
          </a:prstGeom>
        </p:spPr>
      </p:pic>
      <p:sp>
        <p:nvSpPr>
          <p:cNvPr id="30" name="Forme libre 29">
            <a:extLst>
              <a:ext uri="{FF2B5EF4-FFF2-40B4-BE49-F238E27FC236}">
                <a16:creationId xmlns:a16="http://schemas.microsoft.com/office/drawing/2014/main" id="{473101ED-1730-9E78-EE64-794472D440B8}"/>
              </a:ext>
            </a:extLst>
          </p:cNvPr>
          <p:cNvSpPr/>
          <p:nvPr/>
        </p:nvSpPr>
        <p:spPr>
          <a:xfrm>
            <a:off x="2350018" y="2821093"/>
            <a:ext cx="682549" cy="628163"/>
          </a:xfrm>
          <a:custGeom>
            <a:avLst/>
            <a:gdLst>
              <a:gd name="connsiteX0" fmla="*/ 22792 w 682549"/>
              <a:gd name="connsiteY0" fmla="*/ 628163 h 628163"/>
              <a:gd name="connsiteX1" fmla="*/ 80666 w 682549"/>
              <a:gd name="connsiteY1" fmla="*/ 3130 h 628163"/>
              <a:gd name="connsiteX2" fmla="*/ 682549 w 682549"/>
              <a:gd name="connsiteY2" fmla="*/ 431393 h 62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2549" h="628163">
                <a:moveTo>
                  <a:pt x="22792" y="628163"/>
                </a:moveTo>
                <a:cubicBezTo>
                  <a:pt x="-3251" y="332044"/>
                  <a:pt x="-29293" y="35925"/>
                  <a:pt x="80666" y="3130"/>
                </a:cubicBezTo>
                <a:cubicBezTo>
                  <a:pt x="190625" y="-29665"/>
                  <a:pt x="436587" y="200864"/>
                  <a:pt x="682549" y="431393"/>
                </a:cubicBezTo>
              </a:path>
            </a:pathLst>
          </a:custGeom>
          <a:noFill/>
          <a:ln w="31750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FFAE5B7A-CEF1-0653-43D8-6AD7766ED2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125605">
            <a:off x="107753" y="2055640"/>
            <a:ext cx="599079" cy="518832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CF49CE95-8A79-1396-6A40-FBFA8ABF6EAC}"/>
              </a:ext>
            </a:extLst>
          </p:cNvPr>
          <p:cNvSpPr txBox="1"/>
          <p:nvPr/>
        </p:nvSpPr>
        <p:spPr>
          <a:xfrm rot="20144920">
            <a:off x="2266828" y="3895254"/>
            <a:ext cx="1422176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Productivity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B1291BD9-503C-8FD1-03E5-9E4E1A248B79}"/>
              </a:ext>
            </a:extLst>
          </p:cNvPr>
          <p:cNvSpPr txBox="1"/>
          <p:nvPr/>
        </p:nvSpPr>
        <p:spPr>
          <a:xfrm rot="18924358">
            <a:off x="1441692" y="4427965"/>
            <a:ext cx="1422176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270BA52-461E-C251-72F1-A48AD80B00D6}"/>
              </a:ext>
            </a:extLst>
          </p:cNvPr>
          <p:cNvSpPr txBox="1"/>
          <p:nvPr/>
        </p:nvSpPr>
        <p:spPr>
          <a:xfrm rot="892401">
            <a:off x="5317288" y="3760312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83ABC5B5-253A-0DEA-36C6-339F1D00CEF0}"/>
              </a:ext>
            </a:extLst>
          </p:cNvPr>
          <p:cNvSpPr txBox="1"/>
          <p:nvPr/>
        </p:nvSpPr>
        <p:spPr>
          <a:xfrm rot="2107526">
            <a:off x="6252737" y="4207199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33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1475-5125-9570-F561-56F0BBE6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rapèze 149">
            <a:extLst>
              <a:ext uri="{FF2B5EF4-FFF2-40B4-BE49-F238E27FC236}">
                <a16:creationId xmlns:a16="http://schemas.microsoft.com/office/drawing/2014/main" id="{D3EAE92E-D7BD-C0AA-A8D8-75528BD779BF}"/>
              </a:ext>
            </a:extLst>
          </p:cNvPr>
          <p:cNvSpPr/>
          <p:nvPr/>
        </p:nvSpPr>
        <p:spPr>
          <a:xfrm rot="7862400">
            <a:off x="-274420" y="1344623"/>
            <a:ext cx="2727393" cy="397797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FD2DB"/>
              </a:gs>
              <a:gs pos="100000">
                <a:srgbClr val="FFD2D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Trapèze 153">
            <a:extLst>
              <a:ext uri="{FF2B5EF4-FFF2-40B4-BE49-F238E27FC236}">
                <a16:creationId xmlns:a16="http://schemas.microsoft.com/office/drawing/2014/main" id="{89C03EEE-FF3B-A6F6-48DF-CDFF1A1290A2}"/>
              </a:ext>
            </a:extLst>
          </p:cNvPr>
          <p:cNvSpPr/>
          <p:nvPr/>
        </p:nvSpPr>
        <p:spPr>
          <a:xfrm rot="10478663">
            <a:off x="2324393" y="497993"/>
            <a:ext cx="2641441" cy="3571369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A879D"/>
              </a:gs>
              <a:gs pos="100000">
                <a:srgbClr val="FA87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Trapèze 154">
            <a:extLst>
              <a:ext uri="{FF2B5EF4-FFF2-40B4-BE49-F238E27FC236}">
                <a16:creationId xmlns:a16="http://schemas.microsoft.com/office/drawing/2014/main" id="{78899E86-1B6D-C3AE-346F-BA505E898F96}"/>
              </a:ext>
            </a:extLst>
          </p:cNvPr>
          <p:cNvSpPr/>
          <p:nvPr/>
        </p:nvSpPr>
        <p:spPr>
          <a:xfrm rot="11200496">
            <a:off x="4023899" y="298903"/>
            <a:ext cx="1985562" cy="3764622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8DD0FF"/>
              </a:gs>
              <a:gs pos="100000">
                <a:srgbClr val="8DD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rapèze 152">
            <a:extLst>
              <a:ext uri="{FF2B5EF4-FFF2-40B4-BE49-F238E27FC236}">
                <a16:creationId xmlns:a16="http://schemas.microsoft.com/office/drawing/2014/main" id="{ABF10027-2E93-94FF-B6E2-1F9B071C1D3A}"/>
              </a:ext>
            </a:extLst>
          </p:cNvPr>
          <p:cNvSpPr/>
          <p:nvPr/>
        </p:nvSpPr>
        <p:spPr>
          <a:xfrm rot="9631751">
            <a:off x="1141327" y="735341"/>
            <a:ext cx="2046358" cy="386268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FEC92"/>
              </a:gs>
              <a:gs pos="100000">
                <a:srgbClr val="FFEC9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rapèze 155">
            <a:extLst>
              <a:ext uri="{FF2B5EF4-FFF2-40B4-BE49-F238E27FC236}">
                <a16:creationId xmlns:a16="http://schemas.microsoft.com/office/drawing/2014/main" id="{3BF6034C-E2B7-4471-4D63-6AE4072DC03A}"/>
              </a:ext>
            </a:extLst>
          </p:cNvPr>
          <p:cNvSpPr/>
          <p:nvPr/>
        </p:nvSpPr>
        <p:spPr>
          <a:xfrm rot="11934130">
            <a:off x="5315296" y="526065"/>
            <a:ext cx="2062976" cy="386268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98EDAAE1-2610-0BCF-0006-5D713F5741A7}"/>
              </a:ext>
            </a:extLst>
          </p:cNvPr>
          <p:cNvSpPr/>
          <p:nvPr/>
        </p:nvSpPr>
        <p:spPr>
          <a:xfrm rot="16200000">
            <a:off x="2759080" y="2665016"/>
            <a:ext cx="3723958" cy="5984303"/>
          </a:xfrm>
          <a:prstGeom prst="arc">
            <a:avLst>
              <a:gd name="adj1" fmla="val 5731350"/>
              <a:gd name="adj2" fmla="val 5619141"/>
            </a:avLst>
          </a:prstGeom>
          <a:solidFill>
            <a:schemeClr val="bg1"/>
          </a:solidFill>
          <a:ln w="15875">
            <a:noFill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Trapèze 156">
            <a:extLst>
              <a:ext uri="{FF2B5EF4-FFF2-40B4-BE49-F238E27FC236}">
                <a16:creationId xmlns:a16="http://schemas.microsoft.com/office/drawing/2014/main" id="{80763990-1B5A-9A91-F16E-7E73984BE163}"/>
              </a:ext>
            </a:extLst>
          </p:cNvPr>
          <p:cNvSpPr/>
          <p:nvPr/>
        </p:nvSpPr>
        <p:spPr>
          <a:xfrm rot="12862310">
            <a:off x="6411540" y="1316145"/>
            <a:ext cx="3276436" cy="3981089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BEBDCD44-AEAA-392D-708F-ED2C75C8559E}"/>
              </a:ext>
            </a:extLst>
          </p:cNvPr>
          <p:cNvSpPr/>
          <p:nvPr/>
        </p:nvSpPr>
        <p:spPr>
          <a:xfrm rot="16200000">
            <a:off x="2785748" y="2665016"/>
            <a:ext cx="3723958" cy="5984303"/>
          </a:xfrm>
          <a:prstGeom prst="arc">
            <a:avLst>
              <a:gd name="adj1" fmla="val 15979247"/>
              <a:gd name="adj2" fmla="val 5619141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>
            <a:extLst>
              <a:ext uri="{FF2B5EF4-FFF2-40B4-BE49-F238E27FC236}">
                <a16:creationId xmlns:a16="http://schemas.microsoft.com/office/drawing/2014/main" id="{6E346434-1E26-9DB6-9852-911C88C7EF5C}"/>
              </a:ext>
            </a:extLst>
          </p:cNvPr>
          <p:cNvSpPr/>
          <p:nvPr/>
        </p:nvSpPr>
        <p:spPr>
          <a:xfrm rot="20427505">
            <a:off x="1015190" y="3439563"/>
            <a:ext cx="682549" cy="628163"/>
          </a:xfrm>
          <a:custGeom>
            <a:avLst/>
            <a:gdLst>
              <a:gd name="connsiteX0" fmla="*/ 22792 w 682549"/>
              <a:gd name="connsiteY0" fmla="*/ 628163 h 628163"/>
              <a:gd name="connsiteX1" fmla="*/ 80666 w 682549"/>
              <a:gd name="connsiteY1" fmla="*/ 3130 h 628163"/>
              <a:gd name="connsiteX2" fmla="*/ 682549 w 682549"/>
              <a:gd name="connsiteY2" fmla="*/ 431393 h 62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2549" h="628163">
                <a:moveTo>
                  <a:pt x="22792" y="628163"/>
                </a:moveTo>
                <a:cubicBezTo>
                  <a:pt x="-3251" y="332044"/>
                  <a:pt x="-29293" y="35925"/>
                  <a:pt x="80666" y="3130"/>
                </a:cubicBezTo>
                <a:cubicBezTo>
                  <a:pt x="190625" y="-29665"/>
                  <a:pt x="436587" y="200864"/>
                  <a:pt x="682549" y="431393"/>
                </a:cubicBezTo>
              </a:path>
            </a:pathLst>
          </a:custGeom>
          <a:noFill/>
          <a:ln w="31750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Arc plein 151">
            <a:extLst>
              <a:ext uri="{FF2B5EF4-FFF2-40B4-BE49-F238E27FC236}">
                <a16:creationId xmlns:a16="http://schemas.microsoft.com/office/drawing/2014/main" id="{FEBC5349-1F68-980C-2DF4-C82732B3D551}"/>
              </a:ext>
            </a:extLst>
          </p:cNvPr>
          <p:cNvSpPr/>
          <p:nvPr/>
        </p:nvSpPr>
        <p:spPr>
          <a:xfrm>
            <a:off x="-628010" y="151099"/>
            <a:ext cx="10345216" cy="4518564"/>
          </a:xfrm>
          <a:prstGeom prst="blockArc">
            <a:avLst>
              <a:gd name="adj1" fmla="val 10366093"/>
              <a:gd name="adj2" fmla="val 255294"/>
              <a:gd name="adj3" fmla="val 69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300008B7-B178-9B9E-4597-DD25E02C83DC}"/>
              </a:ext>
            </a:extLst>
          </p:cNvPr>
          <p:cNvSpPr txBox="1"/>
          <p:nvPr/>
        </p:nvSpPr>
        <p:spPr>
          <a:xfrm rot="18918084">
            <a:off x="1187487" y="4209179"/>
            <a:ext cx="1422176" cy="43327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627666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Productivity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2F642AF-778E-06BD-78B6-EB521780DA95}"/>
              </a:ext>
            </a:extLst>
          </p:cNvPr>
          <p:cNvSpPr txBox="1"/>
          <p:nvPr/>
        </p:nvSpPr>
        <p:spPr>
          <a:xfrm rot="227000">
            <a:off x="4189626" y="3516506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D207F55-C2C0-2C7B-C520-2576F2379FD3}"/>
              </a:ext>
            </a:extLst>
          </p:cNvPr>
          <p:cNvSpPr txBox="1"/>
          <p:nvPr/>
        </p:nvSpPr>
        <p:spPr>
          <a:xfrm rot="2380921">
            <a:off x="6254587" y="4212909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61612AA-70D8-34B9-5B94-19EE0EB51806}"/>
              </a:ext>
            </a:extLst>
          </p:cNvPr>
          <p:cNvSpPr/>
          <p:nvPr/>
        </p:nvSpPr>
        <p:spPr>
          <a:xfrm rot="16200000">
            <a:off x="2090108" y="210280"/>
            <a:ext cx="4793878" cy="8501562"/>
          </a:xfrm>
          <a:prstGeom prst="arc">
            <a:avLst>
              <a:gd name="adj1" fmla="val 16554912"/>
              <a:gd name="adj2" fmla="val 19704912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5FF5298D-6EAA-5E00-F1D6-0601568CED62}"/>
              </a:ext>
            </a:extLst>
          </p:cNvPr>
          <p:cNvCxnSpPr>
            <a:cxnSpLocks/>
          </p:cNvCxnSpPr>
          <p:nvPr/>
        </p:nvCxnSpPr>
        <p:spPr>
          <a:xfrm flipV="1">
            <a:off x="4603356" y="2499360"/>
            <a:ext cx="826906" cy="599496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F15200EA-55AB-A887-1CA7-9C2161B178C3}"/>
              </a:ext>
            </a:extLst>
          </p:cNvPr>
          <p:cNvGrpSpPr/>
          <p:nvPr/>
        </p:nvGrpSpPr>
        <p:grpSpPr>
          <a:xfrm rot="3493882">
            <a:off x="6361870" y="2712111"/>
            <a:ext cx="308126" cy="319606"/>
            <a:chOff x="1191329" y="3727269"/>
            <a:chExt cx="308126" cy="319606"/>
          </a:xfrm>
        </p:grpSpPr>
        <p:cxnSp>
          <p:nvCxnSpPr>
            <p:cNvPr id="141" name="Connecteur droit 140">
              <a:extLst>
                <a:ext uri="{FF2B5EF4-FFF2-40B4-BE49-F238E27FC236}">
                  <a16:creationId xmlns:a16="http://schemas.microsoft.com/office/drawing/2014/main" id="{480B611E-F29A-841C-AFC7-92D4E82BC42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981D012-E5F6-0756-A65C-6077655DE28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E125A991-6574-A96E-2DE9-0A49C229B714}"/>
              </a:ext>
            </a:extLst>
          </p:cNvPr>
          <p:cNvGrpSpPr/>
          <p:nvPr/>
        </p:nvGrpSpPr>
        <p:grpSpPr>
          <a:xfrm rot="3493882">
            <a:off x="5889735" y="2835308"/>
            <a:ext cx="308126" cy="319606"/>
            <a:chOff x="1191329" y="3727269"/>
            <a:chExt cx="308126" cy="319606"/>
          </a:xfrm>
        </p:grpSpPr>
        <p:cxnSp>
          <p:nvCxnSpPr>
            <p:cNvPr id="145" name="Connecteur droit 144">
              <a:extLst>
                <a:ext uri="{FF2B5EF4-FFF2-40B4-BE49-F238E27FC236}">
                  <a16:creationId xmlns:a16="http://schemas.microsoft.com/office/drawing/2014/main" id="{20235780-1F04-A9F6-9DCE-1EA437E3167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2EED3D3-6C58-9B98-D2F4-10ADE7C6E721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9" name="ZoneTexte 178">
            <a:extLst>
              <a:ext uri="{FF2B5EF4-FFF2-40B4-BE49-F238E27FC236}">
                <a16:creationId xmlns:a16="http://schemas.microsoft.com/office/drawing/2014/main" id="{8A9DB81E-1B96-DB17-E312-06951EBC40DD}"/>
              </a:ext>
            </a:extLst>
          </p:cNvPr>
          <p:cNvSpPr txBox="1"/>
          <p:nvPr/>
        </p:nvSpPr>
        <p:spPr>
          <a:xfrm>
            <a:off x="1817084" y="5141842"/>
            <a:ext cx="1893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FD7087F5-65C2-4C11-C0D4-AD2F5AF3B97C}"/>
              </a:ext>
            </a:extLst>
          </p:cNvPr>
          <p:cNvSpPr txBox="1"/>
          <p:nvPr/>
        </p:nvSpPr>
        <p:spPr>
          <a:xfrm>
            <a:off x="5571094" y="5423356"/>
            <a:ext cx="1533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 </a:t>
            </a: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3EB95C7E-FE46-EF72-D545-ACE630C8FFDA}"/>
              </a:ext>
            </a:extLst>
          </p:cNvPr>
          <p:cNvSpPr txBox="1"/>
          <p:nvPr/>
        </p:nvSpPr>
        <p:spPr>
          <a:xfrm>
            <a:off x="3777278" y="4653001"/>
            <a:ext cx="1661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ratios</a:t>
            </a:r>
          </a:p>
          <a:p>
            <a:pPr algn="ctr"/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size-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longer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(Hastings and Conrad, 1979)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33261BBA-C0ED-8B86-4801-BAE8DE753F27}"/>
              </a:ext>
            </a:extLst>
          </p:cNvPr>
          <p:cNvSpPr/>
          <p:nvPr/>
        </p:nvSpPr>
        <p:spPr>
          <a:xfrm rot="16200000">
            <a:off x="2848497" y="1368448"/>
            <a:ext cx="3462030" cy="7148190"/>
          </a:xfrm>
          <a:prstGeom prst="arc">
            <a:avLst>
              <a:gd name="adj1" fmla="val 16775887"/>
              <a:gd name="adj2" fmla="val 1766681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669E2A92-6821-309F-C254-3D95EBE62AE7}"/>
              </a:ext>
            </a:extLst>
          </p:cNvPr>
          <p:cNvSpPr/>
          <p:nvPr/>
        </p:nvSpPr>
        <p:spPr>
          <a:xfrm rot="16200000">
            <a:off x="2814727" y="1368447"/>
            <a:ext cx="3462030" cy="7148190"/>
          </a:xfrm>
          <a:prstGeom prst="arc">
            <a:avLst>
              <a:gd name="adj1" fmla="val 17872647"/>
              <a:gd name="adj2" fmla="val 1897832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5E7E234-01A5-5136-B09D-352ADA3C0533}"/>
              </a:ext>
            </a:extLst>
          </p:cNvPr>
          <p:cNvSpPr/>
          <p:nvPr/>
        </p:nvSpPr>
        <p:spPr>
          <a:xfrm rot="16200000">
            <a:off x="2882269" y="1356964"/>
            <a:ext cx="3462030" cy="7148190"/>
          </a:xfrm>
          <a:prstGeom prst="arc">
            <a:avLst>
              <a:gd name="adj1" fmla="val 19272570"/>
              <a:gd name="adj2" fmla="val 21012894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52E9E8C-1737-9B12-8CE5-5F53BAD5AD6F}"/>
              </a:ext>
            </a:extLst>
          </p:cNvPr>
          <p:cNvSpPr/>
          <p:nvPr/>
        </p:nvSpPr>
        <p:spPr>
          <a:xfrm rot="16200000">
            <a:off x="2781172" y="1365866"/>
            <a:ext cx="3462030" cy="7148190"/>
          </a:xfrm>
          <a:prstGeom prst="arc">
            <a:avLst>
              <a:gd name="adj1" fmla="val 2103158"/>
              <a:gd name="adj2" fmla="val 338082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6E60E43E-6C4A-BBF0-9530-F00A57ADFC90}"/>
              </a:ext>
            </a:extLst>
          </p:cNvPr>
          <p:cNvSpPr/>
          <p:nvPr/>
        </p:nvSpPr>
        <p:spPr>
          <a:xfrm rot="16200000">
            <a:off x="2764286" y="1363962"/>
            <a:ext cx="3462030" cy="7148190"/>
          </a:xfrm>
          <a:prstGeom prst="arc">
            <a:avLst>
              <a:gd name="adj1" fmla="val 3615679"/>
              <a:gd name="adj2" fmla="val 421491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F9132B9-81B5-8C4F-E624-0BE262819ACF}"/>
              </a:ext>
            </a:extLst>
          </p:cNvPr>
          <p:cNvSpPr/>
          <p:nvPr/>
        </p:nvSpPr>
        <p:spPr>
          <a:xfrm rot="16200000">
            <a:off x="2865382" y="1356964"/>
            <a:ext cx="3462030" cy="7148190"/>
          </a:xfrm>
          <a:prstGeom prst="arc">
            <a:avLst>
              <a:gd name="adj1" fmla="val 21361205"/>
              <a:gd name="adj2" fmla="val 157475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17BE300-6E8F-BB64-55FC-35D5870ACDCF}"/>
              </a:ext>
            </a:extLst>
          </p:cNvPr>
          <p:cNvCxnSpPr/>
          <p:nvPr/>
        </p:nvCxnSpPr>
        <p:spPr>
          <a:xfrm flipH="1" flipV="1">
            <a:off x="585818" y="3722186"/>
            <a:ext cx="628422" cy="64427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6486E39-D1E5-B229-EDD0-5172C3419308}"/>
              </a:ext>
            </a:extLst>
          </p:cNvPr>
          <p:cNvCxnSpPr>
            <a:cxnSpLocks/>
          </p:cNvCxnSpPr>
          <p:nvPr/>
        </p:nvCxnSpPr>
        <p:spPr>
          <a:xfrm flipH="1" flipV="1">
            <a:off x="1747880" y="2823580"/>
            <a:ext cx="375938" cy="85563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79F0C2D-0325-1897-BBBA-6FAE4D057BB1}"/>
              </a:ext>
            </a:extLst>
          </p:cNvPr>
          <p:cNvCxnSpPr>
            <a:cxnSpLocks/>
          </p:cNvCxnSpPr>
          <p:nvPr/>
        </p:nvCxnSpPr>
        <p:spPr>
          <a:xfrm flipH="1" flipV="1">
            <a:off x="3170654" y="2311811"/>
            <a:ext cx="189441" cy="1023539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E1C2DC3-716B-C493-8C68-896D03533CB7}"/>
              </a:ext>
            </a:extLst>
          </p:cNvPr>
          <p:cNvCxnSpPr>
            <a:cxnSpLocks/>
          </p:cNvCxnSpPr>
          <p:nvPr/>
        </p:nvCxnSpPr>
        <p:spPr>
          <a:xfrm flipV="1">
            <a:off x="4504052" y="2266167"/>
            <a:ext cx="16886" cy="93921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C7A061F-72DB-4667-B6C6-840877E2C513}"/>
              </a:ext>
            </a:extLst>
          </p:cNvPr>
          <p:cNvCxnSpPr>
            <a:cxnSpLocks/>
          </p:cNvCxnSpPr>
          <p:nvPr/>
        </p:nvCxnSpPr>
        <p:spPr>
          <a:xfrm flipV="1">
            <a:off x="5672302" y="2339350"/>
            <a:ext cx="161794" cy="97354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1410AC6-A768-C8D9-B60D-751CD269DA32}"/>
              </a:ext>
            </a:extLst>
          </p:cNvPr>
          <p:cNvCxnSpPr>
            <a:cxnSpLocks/>
          </p:cNvCxnSpPr>
          <p:nvPr/>
        </p:nvCxnSpPr>
        <p:spPr>
          <a:xfrm flipV="1">
            <a:off x="6819140" y="2705223"/>
            <a:ext cx="363168" cy="92050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276874C-E88A-ED03-B4B9-5D30CE0BD276}"/>
              </a:ext>
            </a:extLst>
          </p:cNvPr>
          <p:cNvSpPr txBox="1"/>
          <p:nvPr/>
        </p:nvSpPr>
        <p:spPr>
          <a:xfrm rot="13574001">
            <a:off x="523351" y="4029132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D41A0C-A486-AC46-31EF-DBC332055BAD}"/>
              </a:ext>
            </a:extLst>
          </p:cNvPr>
          <p:cNvSpPr txBox="1"/>
          <p:nvPr/>
        </p:nvSpPr>
        <p:spPr>
          <a:xfrm rot="14705958">
            <a:off x="1560579" y="3126866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0142BD3-CF0A-4ACA-D547-7DFDAD48BB14}"/>
              </a:ext>
            </a:extLst>
          </p:cNvPr>
          <p:cNvSpPr txBox="1"/>
          <p:nvPr/>
        </p:nvSpPr>
        <p:spPr>
          <a:xfrm rot="15538224">
            <a:off x="2850949" y="2656154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8A4EC6A-A2DD-828A-F839-8741C148BEF8}"/>
              </a:ext>
            </a:extLst>
          </p:cNvPr>
          <p:cNvSpPr txBox="1"/>
          <p:nvPr/>
        </p:nvSpPr>
        <p:spPr>
          <a:xfrm rot="16200000">
            <a:off x="4100061" y="2495126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438052F-374E-22FD-3036-3E7B93EFE76F}"/>
              </a:ext>
            </a:extLst>
          </p:cNvPr>
          <p:cNvSpPr txBox="1"/>
          <p:nvPr/>
        </p:nvSpPr>
        <p:spPr>
          <a:xfrm rot="16751638">
            <a:off x="5352597" y="2535718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A513834-E214-BF77-6D4D-1D06FD0D367C}"/>
              </a:ext>
            </a:extLst>
          </p:cNvPr>
          <p:cNvSpPr txBox="1"/>
          <p:nvPr/>
        </p:nvSpPr>
        <p:spPr>
          <a:xfrm rot="17525053">
            <a:off x="6643535" y="2850911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5B3EF47-4C3E-D7B6-7C91-040F24390E53}"/>
              </a:ext>
            </a:extLst>
          </p:cNvPr>
          <p:cNvSpPr txBox="1"/>
          <p:nvPr/>
        </p:nvSpPr>
        <p:spPr>
          <a:xfrm rot="21091740">
            <a:off x="3276327" y="3546030"/>
            <a:ext cx="1276458" cy="24229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193827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Human ftp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E707010-72A7-6C1F-B521-A57EF3284AE5}"/>
              </a:ext>
            </a:extLst>
          </p:cNvPr>
          <p:cNvSpPr txBox="1"/>
          <p:nvPr/>
        </p:nvSpPr>
        <p:spPr>
          <a:xfrm rot="20091198">
            <a:off x="1984885" y="3843899"/>
            <a:ext cx="1852826" cy="74136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04199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 </a:t>
            </a:r>
          </a:p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DC70DF24-98F4-9633-1AFD-ABBB34DFF356}"/>
              </a:ext>
            </a:extLst>
          </p:cNvPr>
          <p:cNvCxnSpPr>
            <a:cxnSpLocks/>
          </p:cNvCxnSpPr>
          <p:nvPr/>
        </p:nvCxnSpPr>
        <p:spPr>
          <a:xfrm flipV="1">
            <a:off x="1183597" y="3291263"/>
            <a:ext cx="202004" cy="866454"/>
          </a:xfrm>
          <a:prstGeom prst="line">
            <a:avLst/>
          </a:prstGeom>
          <a:ln w="34925"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57EC359E-4088-4FDD-4D14-B581CF35075B}"/>
              </a:ext>
            </a:extLst>
          </p:cNvPr>
          <p:cNvCxnSpPr>
            <a:cxnSpLocks/>
          </p:cNvCxnSpPr>
          <p:nvPr/>
        </p:nvCxnSpPr>
        <p:spPr>
          <a:xfrm>
            <a:off x="1885816" y="2919834"/>
            <a:ext cx="1031966" cy="364085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576D1B07-24DA-C0F1-40D3-3A106F964AA6}"/>
              </a:ext>
            </a:extLst>
          </p:cNvPr>
          <p:cNvCxnSpPr>
            <a:cxnSpLocks/>
          </p:cNvCxnSpPr>
          <p:nvPr/>
        </p:nvCxnSpPr>
        <p:spPr>
          <a:xfrm>
            <a:off x="3355152" y="2556141"/>
            <a:ext cx="775044" cy="567286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1FA33BB5-1018-1EA8-10DA-3F8790CB52A9}"/>
              </a:ext>
            </a:extLst>
          </p:cNvPr>
          <p:cNvGrpSpPr/>
          <p:nvPr/>
        </p:nvGrpSpPr>
        <p:grpSpPr>
          <a:xfrm rot="4068594">
            <a:off x="7100432" y="2906998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B69C7896-90A0-A54A-486D-C3F161166AD4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A3E05FD-6FA9-6C21-F9F4-3E9532A2BFD2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53A027EA-3B10-8220-E35F-595EDBA11941}"/>
              </a:ext>
            </a:extLst>
          </p:cNvPr>
          <p:cNvGrpSpPr/>
          <p:nvPr/>
        </p:nvGrpSpPr>
        <p:grpSpPr>
          <a:xfrm rot="4176217">
            <a:off x="7199870" y="3352600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7D2D18C2-6A3B-0B55-E745-1C551668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0D698CE-1878-1EC8-7D3E-248621522D49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910B4E0F-E0BB-8704-D46D-7C69FA2B3E32}"/>
              </a:ext>
            </a:extLst>
          </p:cNvPr>
          <p:cNvGrpSpPr/>
          <p:nvPr/>
        </p:nvGrpSpPr>
        <p:grpSpPr>
          <a:xfrm rot="5133792">
            <a:off x="7590085" y="3721214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289A8CAD-EF21-77D4-701C-39A2BAB9F1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518E64F-D8F6-CB41-E252-C131DE51C1E0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DF032A79-3384-B5A2-24E7-2572432F183B}"/>
              </a:ext>
            </a:extLst>
          </p:cNvPr>
          <p:cNvGrpSpPr/>
          <p:nvPr/>
        </p:nvGrpSpPr>
        <p:grpSpPr>
          <a:xfrm rot="5400000">
            <a:off x="8055905" y="3736016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36F9F5CA-9529-24F0-C6DA-405FDD5CE8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F2E0886-0BC7-3774-BA05-A5057A62898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A719BD05-C0D7-57C6-3D60-4B2EB8268941}"/>
              </a:ext>
            </a:extLst>
          </p:cNvPr>
          <p:cNvSpPr txBox="1"/>
          <p:nvPr/>
        </p:nvSpPr>
        <p:spPr>
          <a:xfrm>
            <a:off x="2849987" y="2072784"/>
            <a:ext cx="3098851" cy="5109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614032"/>
              </a:avLst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correlates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872EABF0-61F0-BA6A-E760-C8F309110A79}"/>
              </a:ext>
            </a:extLst>
          </p:cNvPr>
          <p:cNvSpPr txBox="1"/>
          <p:nvPr/>
        </p:nvSpPr>
        <p:spPr>
          <a:xfrm>
            <a:off x="2733044" y="6258084"/>
            <a:ext cx="39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Underpinning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85E47ED0-3606-6E16-8684-0C59A3F4B505}"/>
              </a:ext>
            </a:extLst>
          </p:cNvPr>
          <p:cNvSpPr txBox="1"/>
          <p:nvPr/>
        </p:nvSpPr>
        <p:spPr>
          <a:xfrm rot="669689">
            <a:off x="5714048" y="3314505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9C2C18DD-0CB7-C313-12F5-912066B69642}"/>
              </a:ext>
            </a:extLst>
          </p:cNvPr>
          <p:cNvSpPr txBox="1"/>
          <p:nvPr/>
        </p:nvSpPr>
        <p:spPr>
          <a:xfrm rot="917596">
            <a:off x="6048572" y="3415465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7AECBB3F-E705-71D0-7263-0A2318AA4639}"/>
              </a:ext>
            </a:extLst>
          </p:cNvPr>
          <p:cNvSpPr txBox="1"/>
          <p:nvPr/>
        </p:nvSpPr>
        <p:spPr>
          <a:xfrm rot="899905">
            <a:off x="5172919" y="3687507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AC754CE-AB3F-093C-24BD-090998D42113}"/>
              </a:ext>
            </a:extLst>
          </p:cNvPr>
          <p:cNvSpPr txBox="1"/>
          <p:nvPr/>
        </p:nvSpPr>
        <p:spPr>
          <a:xfrm>
            <a:off x="2932893" y="300332"/>
            <a:ext cx="3098851" cy="5109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614032"/>
              </a:avLst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3A7A5139-2FF8-CFDF-8A7E-F6386669BB91}"/>
              </a:ext>
            </a:extLst>
          </p:cNvPr>
          <p:cNvSpPr/>
          <p:nvPr/>
        </p:nvSpPr>
        <p:spPr>
          <a:xfrm rot="16200000">
            <a:off x="2099668" y="210280"/>
            <a:ext cx="4793878" cy="8501562"/>
          </a:xfrm>
          <a:prstGeom prst="arc">
            <a:avLst>
              <a:gd name="adj1" fmla="val 1580730"/>
              <a:gd name="adj2" fmla="val 526786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CB80AE77-FBEE-970D-82E1-2F28DCFC24F9}"/>
              </a:ext>
            </a:extLst>
          </p:cNvPr>
          <p:cNvSpPr/>
          <p:nvPr/>
        </p:nvSpPr>
        <p:spPr>
          <a:xfrm rot="16200000">
            <a:off x="2758475" y="1374026"/>
            <a:ext cx="3462030" cy="7148190"/>
          </a:xfrm>
          <a:prstGeom prst="arc">
            <a:avLst>
              <a:gd name="adj1" fmla="val 4255718"/>
              <a:gd name="adj2" fmla="val 4801009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3" name="Connecteur droit avec flèche 162">
            <a:extLst>
              <a:ext uri="{FF2B5EF4-FFF2-40B4-BE49-F238E27FC236}">
                <a16:creationId xmlns:a16="http://schemas.microsoft.com/office/drawing/2014/main" id="{937B50F7-DC64-3F81-7AFF-101AF03535FC}"/>
              </a:ext>
            </a:extLst>
          </p:cNvPr>
          <p:cNvCxnSpPr>
            <a:cxnSpLocks/>
          </p:cNvCxnSpPr>
          <p:nvPr/>
        </p:nvCxnSpPr>
        <p:spPr>
          <a:xfrm flipV="1">
            <a:off x="7405879" y="3274242"/>
            <a:ext cx="497258" cy="66599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Graphique 164">
            <a:extLst>
              <a:ext uri="{FF2B5EF4-FFF2-40B4-BE49-F238E27FC236}">
                <a16:creationId xmlns:a16="http://schemas.microsoft.com/office/drawing/2014/main" id="{F4587CD8-8FD2-565A-4DA0-AFE7A802F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281" y="4671323"/>
            <a:ext cx="847751" cy="732801"/>
          </a:xfrm>
          <a:prstGeom prst="rect">
            <a:avLst/>
          </a:prstGeom>
        </p:spPr>
      </p:pic>
      <p:pic>
        <p:nvPicPr>
          <p:cNvPr id="167" name="Graphique 166">
            <a:extLst>
              <a:ext uri="{FF2B5EF4-FFF2-40B4-BE49-F238E27FC236}">
                <a16:creationId xmlns:a16="http://schemas.microsoft.com/office/drawing/2014/main" id="{BF38DEEA-DC0A-E9A8-1B5D-8190CA9B5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6835" y="4706458"/>
            <a:ext cx="711473" cy="377296"/>
          </a:xfrm>
          <a:prstGeom prst="rect">
            <a:avLst/>
          </a:prstGeom>
        </p:spPr>
      </p:pic>
      <p:pic>
        <p:nvPicPr>
          <p:cNvPr id="168" name="Graphique 167">
            <a:extLst>
              <a:ext uri="{FF2B5EF4-FFF2-40B4-BE49-F238E27FC236}">
                <a16:creationId xmlns:a16="http://schemas.microsoft.com/office/drawing/2014/main" id="{B01447E7-D424-FC42-F593-12DBEFA03F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504701">
            <a:off x="1759318" y="2022950"/>
            <a:ext cx="545702" cy="289387"/>
          </a:xfrm>
          <a:prstGeom prst="rect">
            <a:avLst/>
          </a:prstGeom>
        </p:spPr>
      </p:pic>
      <p:pic>
        <p:nvPicPr>
          <p:cNvPr id="169" name="Graphique 168">
            <a:extLst>
              <a:ext uri="{FF2B5EF4-FFF2-40B4-BE49-F238E27FC236}">
                <a16:creationId xmlns:a16="http://schemas.microsoft.com/office/drawing/2014/main" id="{C8C87E02-82F5-6295-F7C7-2DD3A69F6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227334">
            <a:off x="371179" y="2749330"/>
            <a:ext cx="545702" cy="289387"/>
          </a:xfrm>
          <a:prstGeom prst="rect">
            <a:avLst/>
          </a:prstGeom>
        </p:spPr>
      </p:pic>
      <p:pic>
        <p:nvPicPr>
          <p:cNvPr id="170" name="Graphique 169">
            <a:extLst>
              <a:ext uri="{FF2B5EF4-FFF2-40B4-BE49-F238E27FC236}">
                <a16:creationId xmlns:a16="http://schemas.microsoft.com/office/drawing/2014/main" id="{7AE6AEE9-E668-2037-F373-E07B8B573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40486">
            <a:off x="6470005" y="819467"/>
            <a:ext cx="684545" cy="591725"/>
          </a:xfrm>
          <a:prstGeom prst="rect">
            <a:avLst/>
          </a:prstGeom>
        </p:spPr>
      </p:pic>
      <p:pic>
        <p:nvPicPr>
          <p:cNvPr id="171" name="Graphique 170">
            <a:extLst>
              <a:ext uri="{FF2B5EF4-FFF2-40B4-BE49-F238E27FC236}">
                <a16:creationId xmlns:a16="http://schemas.microsoft.com/office/drawing/2014/main" id="{44A3B594-EDC9-2D81-D74E-24A9C9F72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1821" y="4067499"/>
            <a:ext cx="855051" cy="500518"/>
          </a:xfrm>
          <a:prstGeom prst="rect">
            <a:avLst/>
          </a:prstGeom>
        </p:spPr>
      </p:pic>
      <p:pic>
        <p:nvPicPr>
          <p:cNvPr id="172" name="Graphique 171">
            <a:extLst>
              <a:ext uri="{FF2B5EF4-FFF2-40B4-BE49-F238E27FC236}">
                <a16:creationId xmlns:a16="http://schemas.microsoft.com/office/drawing/2014/main" id="{4EA5A7D2-7083-C7CA-A7CB-FB5F7A0BB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236036">
            <a:off x="6331571" y="1438174"/>
            <a:ext cx="547230" cy="320330"/>
          </a:xfrm>
          <a:prstGeom prst="rect">
            <a:avLst/>
          </a:prstGeom>
        </p:spPr>
      </p:pic>
      <p:pic>
        <p:nvPicPr>
          <p:cNvPr id="173" name="Graphique 172">
            <a:extLst>
              <a:ext uri="{FF2B5EF4-FFF2-40B4-BE49-F238E27FC236}">
                <a16:creationId xmlns:a16="http://schemas.microsoft.com/office/drawing/2014/main" id="{0B888D7F-1006-B0B2-99A5-08A8D5B71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77334">
            <a:off x="1335446" y="945059"/>
            <a:ext cx="684545" cy="591725"/>
          </a:xfrm>
          <a:prstGeom prst="rect">
            <a:avLst/>
          </a:prstGeom>
        </p:spPr>
      </p:pic>
      <p:pic>
        <p:nvPicPr>
          <p:cNvPr id="174" name="Graphique 173">
            <a:extLst>
              <a:ext uri="{FF2B5EF4-FFF2-40B4-BE49-F238E27FC236}">
                <a16:creationId xmlns:a16="http://schemas.microsoft.com/office/drawing/2014/main" id="{FDF5858E-9F27-5A2C-12C5-AE5F3B05DD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993115">
            <a:off x="3302744" y="1600525"/>
            <a:ext cx="545702" cy="289387"/>
          </a:xfrm>
          <a:prstGeom prst="rect">
            <a:avLst/>
          </a:prstGeom>
        </p:spPr>
      </p:pic>
      <p:pic>
        <p:nvPicPr>
          <p:cNvPr id="175" name="Graphique 174">
            <a:extLst>
              <a:ext uri="{FF2B5EF4-FFF2-40B4-BE49-F238E27FC236}">
                <a16:creationId xmlns:a16="http://schemas.microsoft.com/office/drawing/2014/main" id="{7DFD6F26-9794-24DF-C8E1-248608623D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324159">
            <a:off x="3257319" y="1209915"/>
            <a:ext cx="547230" cy="320330"/>
          </a:xfrm>
          <a:prstGeom prst="rect">
            <a:avLst/>
          </a:prstGeom>
        </p:spPr>
      </p:pic>
      <p:pic>
        <p:nvPicPr>
          <p:cNvPr id="183" name="Graphique 182">
            <a:extLst>
              <a:ext uri="{FF2B5EF4-FFF2-40B4-BE49-F238E27FC236}">
                <a16:creationId xmlns:a16="http://schemas.microsoft.com/office/drawing/2014/main" id="{08E9E42D-44D5-04FA-52DB-2334C19BB8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097060">
            <a:off x="135262" y="2400640"/>
            <a:ext cx="547230" cy="320330"/>
          </a:xfrm>
          <a:prstGeom prst="rect">
            <a:avLst/>
          </a:prstGeom>
        </p:spPr>
      </p:pic>
      <p:pic>
        <p:nvPicPr>
          <p:cNvPr id="184" name="Graphique 183">
            <a:extLst>
              <a:ext uri="{FF2B5EF4-FFF2-40B4-BE49-F238E27FC236}">
                <a16:creationId xmlns:a16="http://schemas.microsoft.com/office/drawing/2014/main" id="{BE07942E-FCC0-3F15-24BA-7A09D62A9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141840">
            <a:off x="3109105" y="539014"/>
            <a:ext cx="684545" cy="591725"/>
          </a:xfrm>
          <a:prstGeom prst="rect">
            <a:avLst/>
          </a:prstGeom>
        </p:spPr>
      </p:pic>
      <p:pic>
        <p:nvPicPr>
          <p:cNvPr id="185" name="Graphique 184">
            <a:extLst>
              <a:ext uri="{FF2B5EF4-FFF2-40B4-BE49-F238E27FC236}">
                <a16:creationId xmlns:a16="http://schemas.microsoft.com/office/drawing/2014/main" id="{336C8F66-EFBE-B371-894B-3AE0C1E43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84487">
            <a:off x="4707440" y="1547535"/>
            <a:ext cx="545702" cy="289387"/>
          </a:xfrm>
          <a:prstGeom prst="rect">
            <a:avLst/>
          </a:prstGeom>
        </p:spPr>
      </p:pic>
      <p:pic>
        <p:nvPicPr>
          <p:cNvPr id="186" name="Graphique 185">
            <a:extLst>
              <a:ext uri="{FF2B5EF4-FFF2-40B4-BE49-F238E27FC236}">
                <a16:creationId xmlns:a16="http://schemas.microsoft.com/office/drawing/2014/main" id="{200DC88D-BD68-1255-5697-8D06CE0095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15531">
            <a:off x="4745936" y="1128575"/>
            <a:ext cx="547230" cy="320330"/>
          </a:xfrm>
          <a:prstGeom prst="rect">
            <a:avLst/>
          </a:prstGeom>
        </p:spPr>
      </p:pic>
      <p:pic>
        <p:nvPicPr>
          <p:cNvPr id="187" name="Graphique 186">
            <a:extLst>
              <a:ext uri="{FF2B5EF4-FFF2-40B4-BE49-F238E27FC236}">
                <a16:creationId xmlns:a16="http://schemas.microsoft.com/office/drawing/2014/main" id="{26D0849F-4B0A-82CB-D0BC-BF7BE34DA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33212">
            <a:off x="4774837" y="514017"/>
            <a:ext cx="684545" cy="591725"/>
          </a:xfrm>
          <a:prstGeom prst="rect">
            <a:avLst/>
          </a:prstGeom>
        </p:spPr>
      </p:pic>
      <p:pic>
        <p:nvPicPr>
          <p:cNvPr id="188" name="Graphique 187">
            <a:extLst>
              <a:ext uri="{FF2B5EF4-FFF2-40B4-BE49-F238E27FC236}">
                <a16:creationId xmlns:a16="http://schemas.microsoft.com/office/drawing/2014/main" id="{67E523F1-7E47-3ACB-3BDE-54954E2DBA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845064">
            <a:off x="7620452" y="2054891"/>
            <a:ext cx="547230" cy="320330"/>
          </a:xfrm>
          <a:prstGeom prst="rect">
            <a:avLst/>
          </a:prstGeom>
        </p:spPr>
      </p:pic>
      <p:pic>
        <p:nvPicPr>
          <p:cNvPr id="189" name="Graphique 188">
            <a:extLst>
              <a:ext uri="{FF2B5EF4-FFF2-40B4-BE49-F238E27FC236}">
                <a16:creationId xmlns:a16="http://schemas.microsoft.com/office/drawing/2014/main" id="{64290B52-20DC-2EEC-70E0-10210C707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843500">
            <a:off x="8257679" y="3056760"/>
            <a:ext cx="545702" cy="28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7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205475E-959F-E751-7FDC-0567034D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4286"/>
            <a:ext cx="7772400" cy="50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1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que 90">
            <a:extLst>
              <a:ext uri="{FF2B5EF4-FFF2-40B4-BE49-F238E27FC236}">
                <a16:creationId xmlns:a16="http://schemas.microsoft.com/office/drawing/2014/main" id="{49F9D83F-16F2-923B-50D2-197453422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262" r="11239"/>
          <a:stretch>
            <a:fillRect/>
          </a:stretch>
        </p:blipFill>
        <p:spPr>
          <a:xfrm>
            <a:off x="709684" y="641445"/>
            <a:ext cx="8038531" cy="639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6CBE-CCD3-D2A0-BF9A-E1F48DCD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rc 150">
            <a:extLst>
              <a:ext uri="{FF2B5EF4-FFF2-40B4-BE49-F238E27FC236}">
                <a16:creationId xmlns:a16="http://schemas.microsoft.com/office/drawing/2014/main" id="{129C619F-02CE-794F-0436-E972AE1007C3}"/>
              </a:ext>
            </a:extLst>
          </p:cNvPr>
          <p:cNvSpPr/>
          <p:nvPr/>
        </p:nvSpPr>
        <p:spPr>
          <a:xfrm rot="16200000">
            <a:off x="2759080" y="2665016"/>
            <a:ext cx="3723958" cy="5984303"/>
          </a:xfrm>
          <a:prstGeom prst="arc">
            <a:avLst>
              <a:gd name="adj1" fmla="val 5731350"/>
              <a:gd name="adj2" fmla="val 5619141"/>
            </a:avLst>
          </a:prstGeom>
          <a:solidFill>
            <a:schemeClr val="bg1"/>
          </a:solidFill>
          <a:ln w="15875">
            <a:noFill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86ADD002-D5C5-1758-B9F7-CF7358C9E5A2}"/>
              </a:ext>
            </a:extLst>
          </p:cNvPr>
          <p:cNvSpPr/>
          <p:nvPr/>
        </p:nvSpPr>
        <p:spPr>
          <a:xfrm rot="16200000">
            <a:off x="2785748" y="2665016"/>
            <a:ext cx="3723958" cy="5984303"/>
          </a:xfrm>
          <a:prstGeom prst="arc">
            <a:avLst>
              <a:gd name="adj1" fmla="val 15979247"/>
              <a:gd name="adj2" fmla="val 5619141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0F48A5B2-F189-4DB4-7068-D38E76A8482B}"/>
              </a:ext>
            </a:extLst>
          </p:cNvPr>
          <p:cNvSpPr txBox="1"/>
          <p:nvPr/>
        </p:nvSpPr>
        <p:spPr>
          <a:xfrm rot="20516584">
            <a:off x="2133036" y="738554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CAA26F8B-A3FC-CF21-E650-7DEB755AFD20}"/>
              </a:ext>
            </a:extLst>
          </p:cNvPr>
          <p:cNvSpPr txBox="1"/>
          <p:nvPr/>
        </p:nvSpPr>
        <p:spPr>
          <a:xfrm rot="2582170">
            <a:off x="7681417" y="1840322"/>
            <a:ext cx="153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BC240066-9E2C-911D-FDB0-7AEE6911ACCC}"/>
              </a:ext>
            </a:extLst>
          </p:cNvPr>
          <p:cNvSpPr txBox="1"/>
          <p:nvPr/>
        </p:nvSpPr>
        <p:spPr>
          <a:xfrm rot="879686">
            <a:off x="5400848" y="753942"/>
            <a:ext cx="16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Size-structure</a:t>
            </a:r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FDD829A1-BE54-CCA5-1060-83910D9C0984}"/>
              </a:ext>
            </a:extLst>
          </p:cNvPr>
          <p:cNvSpPr/>
          <p:nvPr/>
        </p:nvSpPr>
        <p:spPr>
          <a:xfrm rot="16200000">
            <a:off x="1665297" y="-701740"/>
            <a:ext cx="5970497" cy="9148982"/>
          </a:xfrm>
          <a:prstGeom prst="arc">
            <a:avLst>
              <a:gd name="adj1" fmla="val 16125410"/>
              <a:gd name="adj2" fmla="val 526786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7" name="Graphique 166">
            <a:extLst>
              <a:ext uri="{FF2B5EF4-FFF2-40B4-BE49-F238E27FC236}">
                <a16:creationId xmlns:a16="http://schemas.microsoft.com/office/drawing/2014/main" id="{EA3D9A36-9580-3DC6-ECB2-467E9F186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66933">
            <a:off x="2601570" y="412755"/>
            <a:ext cx="711473" cy="377296"/>
          </a:xfrm>
          <a:prstGeom prst="rect">
            <a:avLst/>
          </a:prstGeom>
        </p:spPr>
      </p:pic>
      <p:pic>
        <p:nvPicPr>
          <p:cNvPr id="171" name="Graphique 170">
            <a:extLst>
              <a:ext uri="{FF2B5EF4-FFF2-40B4-BE49-F238E27FC236}">
                <a16:creationId xmlns:a16="http://schemas.microsoft.com/office/drawing/2014/main" id="{56CB4559-B753-C5E6-FF4D-8609A355C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11231">
            <a:off x="6062899" y="366265"/>
            <a:ext cx="855051" cy="500518"/>
          </a:xfrm>
          <a:prstGeom prst="rect">
            <a:avLst/>
          </a:prstGeom>
        </p:spPr>
      </p:pic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C9C949A5-9619-54A9-8B1F-2AAFD83A8B9C}"/>
              </a:ext>
            </a:extLst>
          </p:cNvPr>
          <p:cNvCxnSpPr/>
          <p:nvPr/>
        </p:nvCxnSpPr>
        <p:spPr>
          <a:xfrm>
            <a:off x="3425567" y="6218110"/>
            <a:ext cx="2867657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D53FAC4E-2ACD-2341-BFCA-CFA0CCF7994A}"/>
              </a:ext>
            </a:extLst>
          </p:cNvPr>
          <p:cNvCxnSpPr>
            <a:cxnSpLocks/>
          </p:cNvCxnSpPr>
          <p:nvPr/>
        </p:nvCxnSpPr>
        <p:spPr>
          <a:xfrm flipV="1">
            <a:off x="3425567" y="4778658"/>
            <a:ext cx="0" cy="14394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ZoneTexte 175">
            <a:extLst>
              <a:ext uri="{FF2B5EF4-FFF2-40B4-BE49-F238E27FC236}">
                <a16:creationId xmlns:a16="http://schemas.microsoft.com/office/drawing/2014/main" id="{F618D02F-D80F-140A-D2C6-2DDCF9EF3635}"/>
              </a:ext>
            </a:extLst>
          </p:cNvPr>
          <p:cNvSpPr txBox="1"/>
          <p:nvPr/>
        </p:nvSpPr>
        <p:spPr>
          <a:xfrm rot="16200000">
            <a:off x="2837848" y="5264003"/>
            <a:ext cx="58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FCL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2EC41DB6-1D20-F00E-E13A-8DEC061FF81B}"/>
              </a:ext>
            </a:extLst>
          </p:cNvPr>
          <p:cNvSpPr txBox="1"/>
          <p:nvPr/>
        </p:nvSpPr>
        <p:spPr>
          <a:xfrm>
            <a:off x="4545742" y="6249577"/>
            <a:ext cx="171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Ecosystem</a:t>
            </a:r>
            <a:r>
              <a:rPr lang="fr-FR" dirty="0"/>
              <a:t> size</a:t>
            </a:r>
          </a:p>
        </p:txBody>
      </p:sp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D3CCD12E-5C91-B098-3589-9871EFC81138}"/>
              </a:ext>
            </a:extLst>
          </p:cNvPr>
          <p:cNvCxnSpPr/>
          <p:nvPr/>
        </p:nvCxnSpPr>
        <p:spPr>
          <a:xfrm flipV="1">
            <a:off x="3750492" y="4938056"/>
            <a:ext cx="2542732" cy="103243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>
            <a:extLst>
              <a:ext uri="{FF2B5EF4-FFF2-40B4-BE49-F238E27FC236}">
                <a16:creationId xmlns:a16="http://schemas.microsoft.com/office/drawing/2014/main" id="{C71EF49F-A9C1-641C-6A40-065AEFE3801D}"/>
              </a:ext>
            </a:extLst>
          </p:cNvPr>
          <p:cNvCxnSpPr>
            <a:cxnSpLocks/>
          </p:cNvCxnSpPr>
          <p:nvPr/>
        </p:nvCxnSpPr>
        <p:spPr>
          <a:xfrm>
            <a:off x="76054" y="3872751"/>
            <a:ext cx="1579521" cy="1866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CC9C883A-919E-5F91-6117-C0C18CE72F6A}"/>
              </a:ext>
            </a:extLst>
          </p:cNvPr>
          <p:cNvCxnSpPr>
            <a:cxnSpLocks/>
          </p:cNvCxnSpPr>
          <p:nvPr/>
        </p:nvCxnSpPr>
        <p:spPr>
          <a:xfrm>
            <a:off x="1940243" y="1583861"/>
            <a:ext cx="1125083" cy="2455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BB28D20A-B1F8-9071-4711-C84EF4DC9B5A}"/>
              </a:ext>
            </a:extLst>
          </p:cNvPr>
          <p:cNvCxnSpPr>
            <a:cxnSpLocks/>
          </p:cNvCxnSpPr>
          <p:nvPr/>
        </p:nvCxnSpPr>
        <p:spPr>
          <a:xfrm>
            <a:off x="4735430" y="856036"/>
            <a:ext cx="0" cy="2939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EC356DED-3821-438A-025B-92EA7B871ABB}"/>
              </a:ext>
            </a:extLst>
          </p:cNvPr>
          <p:cNvCxnSpPr>
            <a:cxnSpLocks/>
          </p:cNvCxnSpPr>
          <p:nvPr/>
        </p:nvCxnSpPr>
        <p:spPr>
          <a:xfrm flipH="1">
            <a:off x="6303779" y="1613647"/>
            <a:ext cx="1251153" cy="2425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FFC7AC47-DD49-62F1-1FB1-3B3B681775CA}"/>
              </a:ext>
            </a:extLst>
          </p:cNvPr>
          <p:cNvCxnSpPr>
            <a:cxnSpLocks/>
          </p:cNvCxnSpPr>
          <p:nvPr/>
        </p:nvCxnSpPr>
        <p:spPr>
          <a:xfrm flipH="1">
            <a:off x="7659466" y="3429000"/>
            <a:ext cx="1467853" cy="2310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4EEFF71A-C5FA-6B54-C3DA-1415844A55F7}"/>
              </a:ext>
            </a:extLst>
          </p:cNvPr>
          <p:cNvGrpSpPr/>
          <p:nvPr/>
        </p:nvGrpSpPr>
        <p:grpSpPr>
          <a:xfrm>
            <a:off x="185401" y="1276042"/>
            <a:ext cx="425433" cy="577723"/>
            <a:chOff x="138633" y="448756"/>
            <a:chExt cx="1783568" cy="1191200"/>
          </a:xfrm>
        </p:grpSpPr>
        <p:sp>
          <p:nvSpPr>
            <p:cNvPr id="209" name="Larme 208">
              <a:extLst>
                <a:ext uri="{FF2B5EF4-FFF2-40B4-BE49-F238E27FC236}">
                  <a16:creationId xmlns:a16="http://schemas.microsoft.com/office/drawing/2014/main" id="{DC0A8A3D-F0FD-9E06-F546-089A023A0405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0" name="Coeur 209">
              <a:extLst>
                <a:ext uri="{FF2B5EF4-FFF2-40B4-BE49-F238E27FC236}">
                  <a16:creationId xmlns:a16="http://schemas.microsoft.com/office/drawing/2014/main" id="{FAFC24B0-4F97-B35C-CF4C-0D2CF25DC795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03D3FFE0-19CE-D761-7093-883CA0A281D5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17" name="Groupe 216">
            <a:extLst>
              <a:ext uri="{FF2B5EF4-FFF2-40B4-BE49-F238E27FC236}">
                <a16:creationId xmlns:a16="http://schemas.microsoft.com/office/drawing/2014/main" id="{343794EA-BA49-2875-E498-88326D20D828}"/>
              </a:ext>
            </a:extLst>
          </p:cNvPr>
          <p:cNvGrpSpPr/>
          <p:nvPr/>
        </p:nvGrpSpPr>
        <p:grpSpPr>
          <a:xfrm rot="19238181">
            <a:off x="288888" y="1748520"/>
            <a:ext cx="353097" cy="331329"/>
            <a:chOff x="138633" y="448756"/>
            <a:chExt cx="1783568" cy="1191200"/>
          </a:xfrm>
        </p:grpSpPr>
        <p:sp>
          <p:nvSpPr>
            <p:cNvPr id="218" name="Larme 217">
              <a:extLst>
                <a:ext uri="{FF2B5EF4-FFF2-40B4-BE49-F238E27FC236}">
                  <a16:creationId xmlns:a16="http://schemas.microsoft.com/office/drawing/2014/main" id="{9B4D293E-B474-083D-7E65-C255E8DE39E1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Coeur 218">
              <a:extLst>
                <a:ext uri="{FF2B5EF4-FFF2-40B4-BE49-F238E27FC236}">
                  <a16:creationId xmlns:a16="http://schemas.microsoft.com/office/drawing/2014/main" id="{C43D9A0D-DB52-B3E9-B60A-367E197F4710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34068B6C-FD4E-ECBC-1A17-42580FD685AF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21" name="Groupe 220">
            <a:extLst>
              <a:ext uri="{FF2B5EF4-FFF2-40B4-BE49-F238E27FC236}">
                <a16:creationId xmlns:a16="http://schemas.microsoft.com/office/drawing/2014/main" id="{2FED2127-5C1C-168B-2FE3-CA7C7F998C41}"/>
              </a:ext>
            </a:extLst>
          </p:cNvPr>
          <p:cNvGrpSpPr/>
          <p:nvPr/>
        </p:nvGrpSpPr>
        <p:grpSpPr>
          <a:xfrm rot="10432649">
            <a:off x="584190" y="1393261"/>
            <a:ext cx="461670" cy="440774"/>
            <a:chOff x="138633" y="448756"/>
            <a:chExt cx="1783568" cy="1191200"/>
          </a:xfrm>
        </p:grpSpPr>
        <p:sp>
          <p:nvSpPr>
            <p:cNvPr id="222" name="Larme 221">
              <a:extLst>
                <a:ext uri="{FF2B5EF4-FFF2-40B4-BE49-F238E27FC236}">
                  <a16:creationId xmlns:a16="http://schemas.microsoft.com/office/drawing/2014/main" id="{B3BDAAD9-8ABF-2837-4387-18104B36A711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3" name="Coeur 222">
              <a:extLst>
                <a:ext uri="{FF2B5EF4-FFF2-40B4-BE49-F238E27FC236}">
                  <a16:creationId xmlns:a16="http://schemas.microsoft.com/office/drawing/2014/main" id="{0DABCCB6-9189-D9D6-4B25-C8C5610565FA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2A9B8D46-F34F-E96C-EB56-3A751086BDA3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26" name="ZoneTexte 225">
            <a:extLst>
              <a:ext uri="{FF2B5EF4-FFF2-40B4-BE49-F238E27FC236}">
                <a16:creationId xmlns:a16="http://schemas.microsoft.com/office/drawing/2014/main" id="{87BDF37A-585A-905D-281F-530D9895B595}"/>
              </a:ext>
            </a:extLst>
          </p:cNvPr>
          <p:cNvSpPr txBox="1"/>
          <p:nvPr/>
        </p:nvSpPr>
        <p:spPr>
          <a:xfrm rot="18833815">
            <a:off x="-266622" y="2012485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Richness</a:t>
            </a:r>
            <a:endParaRPr lang="fr-FR" sz="1600" b="1" cap="small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7" name="Image 226">
            <a:extLst>
              <a:ext uri="{FF2B5EF4-FFF2-40B4-BE49-F238E27FC236}">
                <a16:creationId xmlns:a16="http://schemas.microsoft.com/office/drawing/2014/main" id="{13AE74E4-1FBD-991C-A06C-D4135871394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336773">
            <a:off x="8374569" y="1242207"/>
            <a:ext cx="788995" cy="683309"/>
          </a:xfrm>
          <a:prstGeom prst="rect">
            <a:avLst/>
          </a:prstGeom>
        </p:spPr>
      </p:pic>
      <p:pic>
        <p:nvPicPr>
          <p:cNvPr id="231" name="Image 230">
            <a:extLst>
              <a:ext uri="{FF2B5EF4-FFF2-40B4-BE49-F238E27FC236}">
                <a16:creationId xmlns:a16="http://schemas.microsoft.com/office/drawing/2014/main" id="{7A8D77BE-8EE4-9A4E-429D-CA4C2AE842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0597">
            <a:off x="6891981" y="2310163"/>
            <a:ext cx="1651527" cy="2541959"/>
          </a:xfrm>
          <a:prstGeom prst="rect">
            <a:avLst/>
          </a:prstGeom>
        </p:spPr>
      </p:pic>
      <p:pic>
        <p:nvPicPr>
          <p:cNvPr id="233" name="Image 232">
            <a:extLst>
              <a:ext uri="{FF2B5EF4-FFF2-40B4-BE49-F238E27FC236}">
                <a16:creationId xmlns:a16="http://schemas.microsoft.com/office/drawing/2014/main" id="{941EB383-C498-3CC9-D5E8-42922936C5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16538">
            <a:off x="2605957" y="1199412"/>
            <a:ext cx="1696651" cy="2611412"/>
          </a:xfrm>
          <a:prstGeom prst="rect">
            <a:avLst/>
          </a:prstGeom>
        </p:spPr>
      </p:pic>
      <p:pic>
        <p:nvPicPr>
          <p:cNvPr id="234" name="Image 233">
            <a:extLst>
              <a:ext uri="{FF2B5EF4-FFF2-40B4-BE49-F238E27FC236}">
                <a16:creationId xmlns:a16="http://schemas.microsoft.com/office/drawing/2014/main" id="{61BDA5B6-4720-5DC0-1083-5F1D14FBB3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57903">
            <a:off x="5006134" y="1308411"/>
            <a:ext cx="1636727" cy="2519179"/>
          </a:xfrm>
          <a:prstGeom prst="rect">
            <a:avLst/>
          </a:prstGeom>
        </p:spPr>
      </p:pic>
      <p:sp>
        <p:nvSpPr>
          <p:cNvPr id="235" name="ZoneTexte 234">
            <a:extLst>
              <a:ext uri="{FF2B5EF4-FFF2-40B4-BE49-F238E27FC236}">
                <a16:creationId xmlns:a16="http://schemas.microsoft.com/office/drawing/2014/main" id="{AD1BEC23-50AB-D8A3-8B1C-DAC2B276936E}"/>
              </a:ext>
            </a:extLst>
          </p:cNvPr>
          <p:cNvSpPr txBox="1"/>
          <p:nvPr/>
        </p:nvSpPr>
        <p:spPr>
          <a:xfrm>
            <a:off x="439511" y="335286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Coming</a:t>
            </a:r>
            <a:r>
              <a:rPr lang="fr-FR" dirty="0"/>
              <a:t> </a:t>
            </a:r>
            <a:r>
              <a:rPr lang="fr-FR" dirty="0" err="1"/>
              <a:t>soon</a:t>
            </a:r>
            <a:r>
              <a:rPr lang="fr-FR" dirty="0"/>
              <a:t>…</a:t>
            </a:r>
          </a:p>
        </p:txBody>
      </p: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AF421670-2676-2255-8643-BCC383329BFB}"/>
              </a:ext>
            </a:extLst>
          </p:cNvPr>
          <p:cNvCxnSpPr>
            <a:cxnSpLocks/>
          </p:cNvCxnSpPr>
          <p:nvPr/>
        </p:nvCxnSpPr>
        <p:spPr>
          <a:xfrm flipV="1">
            <a:off x="3750492" y="5435250"/>
            <a:ext cx="2538281" cy="121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ZoneTexte 238">
            <a:extLst>
              <a:ext uri="{FF2B5EF4-FFF2-40B4-BE49-F238E27FC236}">
                <a16:creationId xmlns:a16="http://schemas.microsoft.com/office/drawing/2014/main" id="{488D36C1-6D0F-54C7-C83A-02E07FF58D6D}"/>
              </a:ext>
            </a:extLst>
          </p:cNvPr>
          <p:cNvSpPr txBox="1"/>
          <p:nvPr/>
        </p:nvSpPr>
        <p:spPr>
          <a:xfrm rot="18437478">
            <a:off x="1112500" y="4415068"/>
            <a:ext cx="2060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&gt; </a:t>
            </a:r>
          </a:p>
          <a:p>
            <a:pPr algn="ctr"/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richness</a:t>
            </a:r>
            <a:endParaRPr lang="fr-F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F31A9C03-EE76-DF51-2337-DCCEA5FD988C}"/>
              </a:ext>
            </a:extLst>
          </p:cNvPr>
          <p:cNvSpPr txBox="1"/>
          <p:nvPr/>
        </p:nvSpPr>
        <p:spPr>
          <a:xfrm rot="21185371">
            <a:off x="2967730" y="3718117"/>
            <a:ext cx="1889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50000"/>
                  </a:schemeClr>
                </a:solidFill>
              </a:rPr>
              <a:t>Larger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</a:rPr>
              <a:t>ecosystem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-&gt; </a:t>
            </a:r>
          </a:p>
          <a:p>
            <a:pPr algn="ctr"/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More productive</a:t>
            </a:r>
          </a:p>
        </p:txBody>
      </p:sp>
    </p:spTree>
    <p:extLst>
      <p:ext uri="{BB962C8B-B14F-4D97-AF65-F5344CB8AC3E}">
        <p14:creationId xmlns:p14="http://schemas.microsoft.com/office/powerpoint/2010/main" val="237167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76B1-9562-01A3-5A69-FC2A2064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33CBDABB-8DA0-E2E3-CA3F-6AD5BF3DA644}"/>
              </a:ext>
            </a:extLst>
          </p:cNvPr>
          <p:cNvSpPr/>
          <p:nvPr/>
        </p:nvSpPr>
        <p:spPr>
          <a:xfrm rot="16200000">
            <a:off x="2785748" y="2665016"/>
            <a:ext cx="3723958" cy="5984303"/>
          </a:xfrm>
          <a:prstGeom prst="arc">
            <a:avLst>
              <a:gd name="adj1" fmla="val 15979247"/>
              <a:gd name="adj2" fmla="val 5619141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2BE57727-049E-30DD-6EC3-DD33545A4ECA}"/>
              </a:ext>
            </a:extLst>
          </p:cNvPr>
          <p:cNvSpPr txBox="1"/>
          <p:nvPr/>
        </p:nvSpPr>
        <p:spPr>
          <a:xfrm rot="20516584">
            <a:off x="2133036" y="738554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2846E6D1-EBAD-4434-B6B5-611BEE36B194}"/>
              </a:ext>
            </a:extLst>
          </p:cNvPr>
          <p:cNvSpPr txBox="1"/>
          <p:nvPr/>
        </p:nvSpPr>
        <p:spPr>
          <a:xfrm rot="2582170">
            <a:off x="7681417" y="1840322"/>
            <a:ext cx="153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F06AC428-F4B8-B9B9-1A03-9BC0A8830373}"/>
              </a:ext>
            </a:extLst>
          </p:cNvPr>
          <p:cNvSpPr txBox="1"/>
          <p:nvPr/>
        </p:nvSpPr>
        <p:spPr>
          <a:xfrm rot="879686">
            <a:off x="5400848" y="753942"/>
            <a:ext cx="16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Size-structure</a:t>
            </a:r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9B1C29B4-0BD4-B350-810A-1E65B7E907B5}"/>
              </a:ext>
            </a:extLst>
          </p:cNvPr>
          <p:cNvSpPr/>
          <p:nvPr/>
        </p:nvSpPr>
        <p:spPr>
          <a:xfrm rot="16200000">
            <a:off x="1665297" y="-701740"/>
            <a:ext cx="5970497" cy="9148982"/>
          </a:xfrm>
          <a:prstGeom prst="arc">
            <a:avLst>
              <a:gd name="adj1" fmla="val 16125410"/>
              <a:gd name="adj2" fmla="val 526786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7" name="Graphique 166">
            <a:extLst>
              <a:ext uri="{FF2B5EF4-FFF2-40B4-BE49-F238E27FC236}">
                <a16:creationId xmlns:a16="http://schemas.microsoft.com/office/drawing/2014/main" id="{5B1450E3-F9E1-C0AB-8867-8C16557CF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66933">
            <a:off x="2601570" y="412755"/>
            <a:ext cx="711473" cy="377296"/>
          </a:xfrm>
          <a:prstGeom prst="rect">
            <a:avLst/>
          </a:prstGeom>
        </p:spPr>
      </p:pic>
      <p:pic>
        <p:nvPicPr>
          <p:cNvPr id="171" name="Graphique 170">
            <a:extLst>
              <a:ext uri="{FF2B5EF4-FFF2-40B4-BE49-F238E27FC236}">
                <a16:creationId xmlns:a16="http://schemas.microsoft.com/office/drawing/2014/main" id="{EE29FE78-F2F5-43B7-2758-FE980E27B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11231">
            <a:off x="6062899" y="366265"/>
            <a:ext cx="855051" cy="500518"/>
          </a:xfrm>
          <a:prstGeom prst="rect">
            <a:avLst/>
          </a:prstGeom>
        </p:spPr>
      </p:pic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BB493D79-346D-0225-0DC2-6871F58A77A6}"/>
              </a:ext>
            </a:extLst>
          </p:cNvPr>
          <p:cNvCxnSpPr/>
          <p:nvPr/>
        </p:nvCxnSpPr>
        <p:spPr>
          <a:xfrm>
            <a:off x="3425567" y="6218110"/>
            <a:ext cx="2867657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53069C62-F7A4-F309-7EC9-57E8B461FD3D}"/>
              </a:ext>
            </a:extLst>
          </p:cNvPr>
          <p:cNvCxnSpPr>
            <a:cxnSpLocks/>
          </p:cNvCxnSpPr>
          <p:nvPr/>
        </p:nvCxnSpPr>
        <p:spPr>
          <a:xfrm flipV="1">
            <a:off x="3425567" y="4778658"/>
            <a:ext cx="0" cy="14394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ZoneTexte 175">
            <a:extLst>
              <a:ext uri="{FF2B5EF4-FFF2-40B4-BE49-F238E27FC236}">
                <a16:creationId xmlns:a16="http://schemas.microsoft.com/office/drawing/2014/main" id="{7801BEF1-930A-949C-9F4E-837A82D91E59}"/>
              </a:ext>
            </a:extLst>
          </p:cNvPr>
          <p:cNvSpPr txBox="1"/>
          <p:nvPr/>
        </p:nvSpPr>
        <p:spPr>
          <a:xfrm rot="16200000">
            <a:off x="2837848" y="5264003"/>
            <a:ext cx="58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FCL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2166A023-7BCB-26EB-0242-3D1F13B99435}"/>
              </a:ext>
            </a:extLst>
          </p:cNvPr>
          <p:cNvSpPr txBox="1"/>
          <p:nvPr/>
        </p:nvSpPr>
        <p:spPr>
          <a:xfrm>
            <a:off x="4545742" y="6249577"/>
            <a:ext cx="171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Ecosystem</a:t>
            </a:r>
            <a:r>
              <a:rPr lang="fr-FR" dirty="0"/>
              <a:t> size</a:t>
            </a:r>
          </a:p>
        </p:txBody>
      </p:sp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E2F3C525-6621-BB46-2AF1-AE7DEC64F9DA}"/>
              </a:ext>
            </a:extLst>
          </p:cNvPr>
          <p:cNvCxnSpPr/>
          <p:nvPr/>
        </p:nvCxnSpPr>
        <p:spPr>
          <a:xfrm flipV="1">
            <a:off x="3750492" y="4938056"/>
            <a:ext cx="2542732" cy="103243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>
            <a:extLst>
              <a:ext uri="{FF2B5EF4-FFF2-40B4-BE49-F238E27FC236}">
                <a16:creationId xmlns:a16="http://schemas.microsoft.com/office/drawing/2014/main" id="{6F2A731E-6F53-DDCE-B351-B1841F2B6373}"/>
              </a:ext>
            </a:extLst>
          </p:cNvPr>
          <p:cNvCxnSpPr>
            <a:cxnSpLocks/>
          </p:cNvCxnSpPr>
          <p:nvPr/>
        </p:nvCxnSpPr>
        <p:spPr>
          <a:xfrm>
            <a:off x="76054" y="3872751"/>
            <a:ext cx="1579521" cy="1866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8AB34F0B-6B87-FA42-CF47-EBAE0C83FDAE}"/>
              </a:ext>
            </a:extLst>
          </p:cNvPr>
          <p:cNvCxnSpPr>
            <a:cxnSpLocks/>
          </p:cNvCxnSpPr>
          <p:nvPr/>
        </p:nvCxnSpPr>
        <p:spPr>
          <a:xfrm>
            <a:off x="1940243" y="1583861"/>
            <a:ext cx="1125083" cy="2455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3971BAFC-E92E-8294-25F3-187F3BFF1207}"/>
              </a:ext>
            </a:extLst>
          </p:cNvPr>
          <p:cNvCxnSpPr>
            <a:cxnSpLocks/>
          </p:cNvCxnSpPr>
          <p:nvPr/>
        </p:nvCxnSpPr>
        <p:spPr>
          <a:xfrm>
            <a:off x="4735430" y="856036"/>
            <a:ext cx="0" cy="2939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1604B122-0DAE-5C62-D288-BC30EDCCC9D8}"/>
              </a:ext>
            </a:extLst>
          </p:cNvPr>
          <p:cNvCxnSpPr>
            <a:cxnSpLocks/>
          </p:cNvCxnSpPr>
          <p:nvPr/>
        </p:nvCxnSpPr>
        <p:spPr>
          <a:xfrm flipH="1">
            <a:off x="6303779" y="1613647"/>
            <a:ext cx="1251153" cy="2425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080B381D-C3D9-D5F6-5FCC-35C1B4DFFADF}"/>
              </a:ext>
            </a:extLst>
          </p:cNvPr>
          <p:cNvCxnSpPr>
            <a:cxnSpLocks/>
          </p:cNvCxnSpPr>
          <p:nvPr/>
        </p:nvCxnSpPr>
        <p:spPr>
          <a:xfrm flipH="1">
            <a:off x="7659466" y="3429000"/>
            <a:ext cx="1467853" cy="2310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6775C5F9-A511-42E6-21E1-EFE0A80845DD}"/>
              </a:ext>
            </a:extLst>
          </p:cNvPr>
          <p:cNvGrpSpPr/>
          <p:nvPr/>
        </p:nvGrpSpPr>
        <p:grpSpPr>
          <a:xfrm>
            <a:off x="185401" y="1276042"/>
            <a:ext cx="425433" cy="577723"/>
            <a:chOff x="138633" y="448756"/>
            <a:chExt cx="1783568" cy="1191200"/>
          </a:xfrm>
        </p:grpSpPr>
        <p:sp>
          <p:nvSpPr>
            <p:cNvPr id="209" name="Larme 208">
              <a:extLst>
                <a:ext uri="{FF2B5EF4-FFF2-40B4-BE49-F238E27FC236}">
                  <a16:creationId xmlns:a16="http://schemas.microsoft.com/office/drawing/2014/main" id="{5E2F1358-7DA8-3DEA-01E2-9A49E0385A10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0" name="Coeur 209">
              <a:extLst>
                <a:ext uri="{FF2B5EF4-FFF2-40B4-BE49-F238E27FC236}">
                  <a16:creationId xmlns:a16="http://schemas.microsoft.com/office/drawing/2014/main" id="{A1BD4DFB-C9C6-6576-8A07-8C325222AAE6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475D46EE-225C-57D6-0116-DBB80955A9D6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17" name="Groupe 216">
            <a:extLst>
              <a:ext uri="{FF2B5EF4-FFF2-40B4-BE49-F238E27FC236}">
                <a16:creationId xmlns:a16="http://schemas.microsoft.com/office/drawing/2014/main" id="{63B365EC-D0D7-2294-4368-69A71A8D0018}"/>
              </a:ext>
            </a:extLst>
          </p:cNvPr>
          <p:cNvGrpSpPr/>
          <p:nvPr/>
        </p:nvGrpSpPr>
        <p:grpSpPr>
          <a:xfrm rot="19238181">
            <a:off x="288888" y="1748520"/>
            <a:ext cx="353097" cy="331329"/>
            <a:chOff x="138633" y="448756"/>
            <a:chExt cx="1783568" cy="1191200"/>
          </a:xfrm>
        </p:grpSpPr>
        <p:sp>
          <p:nvSpPr>
            <p:cNvPr id="218" name="Larme 217">
              <a:extLst>
                <a:ext uri="{FF2B5EF4-FFF2-40B4-BE49-F238E27FC236}">
                  <a16:creationId xmlns:a16="http://schemas.microsoft.com/office/drawing/2014/main" id="{35A0F74C-8B5E-A074-5696-761DF0CD02AC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Coeur 218">
              <a:extLst>
                <a:ext uri="{FF2B5EF4-FFF2-40B4-BE49-F238E27FC236}">
                  <a16:creationId xmlns:a16="http://schemas.microsoft.com/office/drawing/2014/main" id="{B099BF12-F269-6BDA-D467-5B20046B4B3F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75D99C2B-D50E-6EB9-C320-72A6DE5E39F4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21" name="Groupe 220">
            <a:extLst>
              <a:ext uri="{FF2B5EF4-FFF2-40B4-BE49-F238E27FC236}">
                <a16:creationId xmlns:a16="http://schemas.microsoft.com/office/drawing/2014/main" id="{142DBB40-2541-0699-CF60-9D12828E995A}"/>
              </a:ext>
            </a:extLst>
          </p:cNvPr>
          <p:cNvGrpSpPr/>
          <p:nvPr/>
        </p:nvGrpSpPr>
        <p:grpSpPr>
          <a:xfrm rot="10432649">
            <a:off x="584190" y="1393261"/>
            <a:ext cx="461670" cy="440774"/>
            <a:chOff x="138633" y="448756"/>
            <a:chExt cx="1783568" cy="1191200"/>
          </a:xfrm>
        </p:grpSpPr>
        <p:sp>
          <p:nvSpPr>
            <p:cNvPr id="222" name="Larme 221">
              <a:extLst>
                <a:ext uri="{FF2B5EF4-FFF2-40B4-BE49-F238E27FC236}">
                  <a16:creationId xmlns:a16="http://schemas.microsoft.com/office/drawing/2014/main" id="{7936A401-58B8-5008-9C03-C1CCC0F162F3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3" name="Coeur 222">
              <a:extLst>
                <a:ext uri="{FF2B5EF4-FFF2-40B4-BE49-F238E27FC236}">
                  <a16:creationId xmlns:a16="http://schemas.microsoft.com/office/drawing/2014/main" id="{79E83EA4-C0AE-C3C0-4035-6A95C31D16EA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B03014D6-BD19-C799-F5F2-D0994A58B244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26" name="ZoneTexte 225">
            <a:extLst>
              <a:ext uri="{FF2B5EF4-FFF2-40B4-BE49-F238E27FC236}">
                <a16:creationId xmlns:a16="http://schemas.microsoft.com/office/drawing/2014/main" id="{B635043A-8A9C-D34C-3CDA-CE5371C33729}"/>
              </a:ext>
            </a:extLst>
          </p:cNvPr>
          <p:cNvSpPr txBox="1"/>
          <p:nvPr/>
        </p:nvSpPr>
        <p:spPr>
          <a:xfrm rot="18833815">
            <a:off x="-266622" y="2012485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Richness</a:t>
            </a:r>
            <a:endParaRPr lang="fr-FR" sz="1600" b="1" cap="small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7" name="Image 226">
            <a:extLst>
              <a:ext uri="{FF2B5EF4-FFF2-40B4-BE49-F238E27FC236}">
                <a16:creationId xmlns:a16="http://schemas.microsoft.com/office/drawing/2014/main" id="{C291A74B-F403-9EA2-50BE-4D40262CB04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336773">
            <a:off x="8374569" y="1242207"/>
            <a:ext cx="788995" cy="683309"/>
          </a:xfrm>
          <a:prstGeom prst="rect">
            <a:avLst/>
          </a:prstGeom>
        </p:spPr>
      </p:pic>
      <p:pic>
        <p:nvPicPr>
          <p:cNvPr id="231" name="Image 230">
            <a:extLst>
              <a:ext uri="{FF2B5EF4-FFF2-40B4-BE49-F238E27FC236}">
                <a16:creationId xmlns:a16="http://schemas.microsoft.com/office/drawing/2014/main" id="{4BB95DF0-0D40-EDE9-7097-B5F0BA5875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0597">
            <a:off x="6891981" y="2310163"/>
            <a:ext cx="1651527" cy="2541959"/>
          </a:xfrm>
          <a:prstGeom prst="rect">
            <a:avLst/>
          </a:prstGeom>
        </p:spPr>
      </p:pic>
      <p:pic>
        <p:nvPicPr>
          <p:cNvPr id="233" name="Image 232">
            <a:extLst>
              <a:ext uri="{FF2B5EF4-FFF2-40B4-BE49-F238E27FC236}">
                <a16:creationId xmlns:a16="http://schemas.microsoft.com/office/drawing/2014/main" id="{571CAC32-8B45-61D1-759E-891093BAAB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16538">
            <a:off x="2605957" y="1199412"/>
            <a:ext cx="1696651" cy="2611412"/>
          </a:xfrm>
          <a:prstGeom prst="rect">
            <a:avLst/>
          </a:prstGeom>
        </p:spPr>
      </p:pic>
      <p:pic>
        <p:nvPicPr>
          <p:cNvPr id="234" name="Image 233">
            <a:extLst>
              <a:ext uri="{FF2B5EF4-FFF2-40B4-BE49-F238E27FC236}">
                <a16:creationId xmlns:a16="http://schemas.microsoft.com/office/drawing/2014/main" id="{6F3FF644-8AA1-C65A-4AF1-FAF414FB24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57903">
            <a:off x="5006134" y="1308411"/>
            <a:ext cx="1636727" cy="2519179"/>
          </a:xfrm>
          <a:prstGeom prst="rect">
            <a:avLst/>
          </a:prstGeom>
        </p:spPr>
      </p:pic>
      <p:sp>
        <p:nvSpPr>
          <p:cNvPr id="235" name="ZoneTexte 234">
            <a:extLst>
              <a:ext uri="{FF2B5EF4-FFF2-40B4-BE49-F238E27FC236}">
                <a16:creationId xmlns:a16="http://schemas.microsoft.com/office/drawing/2014/main" id="{9170D190-882F-284A-2D4D-C803D6852C99}"/>
              </a:ext>
            </a:extLst>
          </p:cNvPr>
          <p:cNvSpPr txBox="1"/>
          <p:nvPr/>
        </p:nvSpPr>
        <p:spPr>
          <a:xfrm>
            <a:off x="439511" y="335286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Coming</a:t>
            </a:r>
            <a:r>
              <a:rPr lang="fr-FR" dirty="0"/>
              <a:t> </a:t>
            </a:r>
            <a:r>
              <a:rPr lang="fr-FR" dirty="0" err="1"/>
              <a:t>soon</a:t>
            </a:r>
            <a:r>
              <a:rPr lang="fr-FR" dirty="0"/>
              <a:t>…</a:t>
            </a:r>
          </a:p>
        </p:txBody>
      </p: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77E1A0F0-F42B-FF34-661D-99B39C64D7C2}"/>
              </a:ext>
            </a:extLst>
          </p:cNvPr>
          <p:cNvCxnSpPr>
            <a:cxnSpLocks/>
          </p:cNvCxnSpPr>
          <p:nvPr/>
        </p:nvCxnSpPr>
        <p:spPr>
          <a:xfrm flipV="1">
            <a:off x="3750492" y="5435250"/>
            <a:ext cx="2538281" cy="121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ZoneTexte 238">
            <a:extLst>
              <a:ext uri="{FF2B5EF4-FFF2-40B4-BE49-F238E27FC236}">
                <a16:creationId xmlns:a16="http://schemas.microsoft.com/office/drawing/2014/main" id="{FA77251B-E20F-89B5-3CA6-08E38054EA7F}"/>
              </a:ext>
            </a:extLst>
          </p:cNvPr>
          <p:cNvSpPr txBox="1"/>
          <p:nvPr/>
        </p:nvSpPr>
        <p:spPr>
          <a:xfrm rot="18437478">
            <a:off x="1112500" y="4415068"/>
            <a:ext cx="2060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&gt; </a:t>
            </a:r>
          </a:p>
          <a:p>
            <a:pPr algn="ctr"/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50000"/>
                  </a:schemeClr>
                </a:solidFill>
              </a:rPr>
              <a:t>richness</a:t>
            </a:r>
            <a:endParaRPr lang="fr-F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5980EAFE-25DB-5D89-C24F-9EA418F54583}"/>
              </a:ext>
            </a:extLst>
          </p:cNvPr>
          <p:cNvSpPr txBox="1"/>
          <p:nvPr/>
        </p:nvSpPr>
        <p:spPr>
          <a:xfrm rot="21185371">
            <a:off x="2967730" y="3718117"/>
            <a:ext cx="1889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50000"/>
                  </a:schemeClr>
                </a:solidFill>
              </a:rPr>
              <a:t>Larger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</a:rPr>
              <a:t>ecosystem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 -&gt; </a:t>
            </a:r>
          </a:p>
          <a:p>
            <a:pPr algn="ctr"/>
            <a:r>
              <a:rPr lang="fr-FR" dirty="0">
                <a:solidFill>
                  <a:schemeClr val="accent5">
                    <a:lumMod val="50000"/>
                  </a:schemeClr>
                </a:solidFill>
              </a:rPr>
              <a:t>More productive</a:t>
            </a:r>
          </a:p>
        </p:txBody>
      </p:sp>
    </p:spTree>
    <p:extLst>
      <p:ext uri="{BB962C8B-B14F-4D97-AF65-F5344CB8AC3E}">
        <p14:creationId xmlns:p14="http://schemas.microsoft.com/office/powerpoint/2010/main" val="346381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07AAF112-41B7-5351-522C-34B6B29F9B38}"/>
              </a:ext>
            </a:extLst>
          </p:cNvPr>
          <p:cNvGrpSpPr/>
          <p:nvPr/>
        </p:nvGrpSpPr>
        <p:grpSpPr>
          <a:xfrm>
            <a:off x="3224243" y="464030"/>
            <a:ext cx="2695513" cy="1504333"/>
            <a:chOff x="2936754" y="4778658"/>
            <a:chExt cx="3356470" cy="1830753"/>
          </a:xfrm>
        </p:grpSpPr>
        <p:cxnSp>
          <p:nvCxnSpPr>
            <p:cNvPr id="2" name="Connecteur droit avec flèche 1">
              <a:extLst>
                <a:ext uri="{FF2B5EF4-FFF2-40B4-BE49-F238E27FC236}">
                  <a16:creationId xmlns:a16="http://schemas.microsoft.com/office/drawing/2014/main" id="{B0FFC525-75BD-CD8B-C3C5-39EC03651980}"/>
                </a:ext>
              </a:extLst>
            </p:cNvPr>
            <p:cNvCxnSpPr/>
            <p:nvPr/>
          </p:nvCxnSpPr>
          <p:spPr>
            <a:xfrm>
              <a:off x="3425567" y="6218110"/>
              <a:ext cx="2867657" cy="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eur droit avec flèche 2">
              <a:extLst>
                <a:ext uri="{FF2B5EF4-FFF2-40B4-BE49-F238E27FC236}">
                  <a16:creationId xmlns:a16="http://schemas.microsoft.com/office/drawing/2014/main" id="{0F5B9BAD-DDAC-F602-36E7-1688914EF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5567" y="4778658"/>
              <a:ext cx="0" cy="143945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8C5C0734-8721-CBFF-2801-801F33431158}"/>
                </a:ext>
              </a:extLst>
            </p:cNvPr>
            <p:cNvSpPr txBox="1"/>
            <p:nvPr/>
          </p:nvSpPr>
          <p:spPr>
            <a:xfrm rot="16200000">
              <a:off x="2828299" y="5257045"/>
              <a:ext cx="600155" cy="383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FCL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D611732-CB30-280E-E139-CA1FFB86C2EA}"/>
                </a:ext>
              </a:extLst>
            </p:cNvPr>
            <p:cNvSpPr txBox="1"/>
            <p:nvPr/>
          </p:nvSpPr>
          <p:spPr>
            <a:xfrm>
              <a:off x="3964612" y="6234850"/>
              <a:ext cx="1707279" cy="374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/>
                <a:t>Ecosystem</a:t>
              </a:r>
              <a:r>
                <a:rPr lang="fr-FR" sz="1400" dirty="0"/>
                <a:t> size</a:t>
              </a: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4EEC5DC6-84D4-633E-B3BC-A22F1FBD18AE}"/>
                </a:ext>
              </a:extLst>
            </p:cNvPr>
            <p:cNvCxnSpPr/>
            <p:nvPr/>
          </p:nvCxnSpPr>
          <p:spPr>
            <a:xfrm flipV="1">
              <a:off x="3750492" y="4938056"/>
              <a:ext cx="2542732" cy="1032438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23352939-2A73-0BEA-1C0D-AD3C4E969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0492" y="5435250"/>
              <a:ext cx="2538281" cy="12171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75E6E1E7-FAA8-F16C-4A6B-B1C4AC88D6CE}"/>
              </a:ext>
            </a:extLst>
          </p:cNvPr>
          <p:cNvSpPr txBox="1"/>
          <p:nvPr/>
        </p:nvSpPr>
        <p:spPr>
          <a:xfrm>
            <a:off x="3686522" y="126466"/>
            <a:ext cx="2222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Long-</a:t>
            </a:r>
            <a:r>
              <a:rPr lang="fr-FR" sz="1400" dirty="0" err="1"/>
              <a:t>observed</a:t>
            </a:r>
            <a:r>
              <a:rPr lang="fr-FR" sz="1400" dirty="0"/>
              <a:t> </a:t>
            </a:r>
            <a:r>
              <a:rPr lang="fr-FR" sz="1400" dirty="0" err="1"/>
              <a:t>correlation</a:t>
            </a:r>
            <a:endParaRPr lang="fr-FR" sz="14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D3B7473-CD09-C9C8-E3A6-10A246268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86" y="3071296"/>
            <a:ext cx="2103689" cy="32379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584F9B5-EBB2-0817-443C-B9056FCAD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59806"/>
            <a:ext cx="1990179" cy="30631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7D438FC-9472-8BB2-2953-C1F12A553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995" y="3071296"/>
            <a:ext cx="2103689" cy="323790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07C561F-7B2C-6BB8-894E-D565AF40A605}"/>
              </a:ext>
            </a:extLst>
          </p:cNvPr>
          <p:cNvSpPr txBox="1"/>
          <p:nvPr/>
        </p:nvSpPr>
        <p:spPr>
          <a:xfrm rot="16200000">
            <a:off x="-71478" y="4307604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Coming</a:t>
            </a:r>
            <a:r>
              <a:rPr lang="fr-FR" dirty="0"/>
              <a:t> </a:t>
            </a:r>
            <a:r>
              <a:rPr lang="fr-FR" dirty="0" err="1"/>
              <a:t>soon</a:t>
            </a:r>
            <a:r>
              <a:rPr lang="fr-FR" dirty="0"/>
              <a:t>…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0B12E1E-C055-4191-622B-EC480EF836FC}"/>
              </a:ext>
            </a:extLst>
          </p:cNvPr>
          <p:cNvGrpSpPr/>
          <p:nvPr/>
        </p:nvGrpSpPr>
        <p:grpSpPr>
          <a:xfrm rot="19238181">
            <a:off x="506214" y="6318660"/>
            <a:ext cx="265467" cy="179036"/>
            <a:chOff x="138633" y="448756"/>
            <a:chExt cx="1783568" cy="1191200"/>
          </a:xfrm>
        </p:grpSpPr>
        <p:sp>
          <p:nvSpPr>
            <p:cNvPr id="19" name="Larme 18">
              <a:extLst>
                <a:ext uri="{FF2B5EF4-FFF2-40B4-BE49-F238E27FC236}">
                  <a16:creationId xmlns:a16="http://schemas.microsoft.com/office/drawing/2014/main" id="{701E4F88-8A68-4A4B-1865-E0E8659E57C2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Coeur 19">
              <a:extLst>
                <a:ext uri="{FF2B5EF4-FFF2-40B4-BE49-F238E27FC236}">
                  <a16:creationId xmlns:a16="http://schemas.microsoft.com/office/drawing/2014/main" id="{78C6553A-6C10-1EEB-332D-20B7D396842D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B7E41E3-2F60-65EB-E44A-B8FFCA036827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EB9A71EF-96B4-F633-A8B7-3CF0F4AC076A}"/>
              </a:ext>
            </a:extLst>
          </p:cNvPr>
          <p:cNvGrpSpPr/>
          <p:nvPr/>
        </p:nvGrpSpPr>
        <p:grpSpPr>
          <a:xfrm>
            <a:off x="277004" y="5885398"/>
            <a:ext cx="685136" cy="423805"/>
            <a:chOff x="277003" y="5885398"/>
            <a:chExt cx="860459" cy="577723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F586788-9152-2549-0B21-4214217D9959}"/>
                </a:ext>
              </a:extLst>
            </p:cNvPr>
            <p:cNvGrpSpPr/>
            <p:nvPr/>
          </p:nvGrpSpPr>
          <p:grpSpPr>
            <a:xfrm>
              <a:off x="277003" y="5885398"/>
              <a:ext cx="425433" cy="577723"/>
              <a:chOff x="138633" y="448756"/>
              <a:chExt cx="1783568" cy="1191200"/>
            </a:xfrm>
          </p:grpSpPr>
          <p:sp>
            <p:nvSpPr>
              <p:cNvPr id="15" name="Larme 14">
                <a:extLst>
                  <a:ext uri="{FF2B5EF4-FFF2-40B4-BE49-F238E27FC236}">
                    <a16:creationId xmlns:a16="http://schemas.microsoft.com/office/drawing/2014/main" id="{4D5B7682-D993-DAF5-B149-D76B3AF7A100}"/>
                  </a:ext>
                </a:extLst>
              </p:cNvPr>
              <p:cNvSpPr/>
              <p:nvPr/>
            </p:nvSpPr>
            <p:spPr>
              <a:xfrm rot="4869643">
                <a:off x="233823" y="353566"/>
                <a:ext cx="900078" cy="1090458"/>
              </a:xfrm>
              <a:prstGeom prst="teardrop">
                <a:avLst>
                  <a:gd name="adj" fmla="val 157019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Coeur 15">
                <a:extLst>
                  <a:ext uri="{FF2B5EF4-FFF2-40B4-BE49-F238E27FC236}">
                    <a16:creationId xmlns:a16="http://schemas.microsoft.com/office/drawing/2014/main" id="{58F618A9-27CA-C50D-EF38-85FF2F79B543}"/>
                  </a:ext>
                </a:extLst>
              </p:cNvPr>
              <p:cNvSpPr/>
              <p:nvPr/>
            </p:nvSpPr>
            <p:spPr>
              <a:xfrm rot="7158251">
                <a:off x="1308866" y="1026620"/>
                <a:ext cx="501272" cy="725399"/>
              </a:xfrm>
              <a:prstGeom prst="hear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5E819093-C03E-15BB-57EE-AC7FF935E6B6}"/>
                  </a:ext>
                </a:extLst>
              </p:cNvPr>
              <p:cNvSpPr/>
              <p:nvPr/>
            </p:nvSpPr>
            <p:spPr>
              <a:xfrm rot="16200000">
                <a:off x="513542" y="651985"/>
                <a:ext cx="170320" cy="2914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418401E2-19C0-C291-D4F2-96CB9C711602}"/>
                </a:ext>
              </a:extLst>
            </p:cNvPr>
            <p:cNvGrpSpPr/>
            <p:nvPr/>
          </p:nvGrpSpPr>
          <p:grpSpPr>
            <a:xfrm rot="10432649">
              <a:off x="675792" y="6002617"/>
              <a:ext cx="461670" cy="440774"/>
              <a:chOff x="138633" y="448756"/>
              <a:chExt cx="1783568" cy="1191200"/>
            </a:xfrm>
          </p:grpSpPr>
          <p:sp>
            <p:nvSpPr>
              <p:cNvPr id="23" name="Larme 22">
                <a:extLst>
                  <a:ext uri="{FF2B5EF4-FFF2-40B4-BE49-F238E27FC236}">
                    <a16:creationId xmlns:a16="http://schemas.microsoft.com/office/drawing/2014/main" id="{D25F3BDF-826D-EFC1-6CCE-18B9C2CC8F1A}"/>
                  </a:ext>
                </a:extLst>
              </p:cNvPr>
              <p:cNvSpPr/>
              <p:nvPr/>
            </p:nvSpPr>
            <p:spPr>
              <a:xfrm rot="4869643">
                <a:off x="233823" y="353566"/>
                <a:ext cx="900078" cy="1090458"/>
              </a:xfrm>
              <a:prstGeom prst="teardrop">
                <a:avLst>
                  <a:gd name="adj" fmla="val 157019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Coeur 23">
                <a:extLst>
                  <a:ext uri="{FF2B5EF4-FFF2-40B4-BE49-F238E27FC236}">
                    <a16:creationId xmlns:a16="http://schemas.microsoft.com/office/drawing/2014/main" id="{95DA6A65-9904-C33D-DE24-0E5D25F94F5D}"/>
                  </a:ext>
                </a:extLst>
              </p:cNvPr>
              <p:cNvSpPr/>
              <p:nvPr/>
            </p:nvSpPr>
            <p:spPr>
              <a:xfrm rot="7158251">
                <a:off x="1308866" y="1026620"/>
                <a:ext cx="501272" cy="725399"/>
              </a:xfrm>
              <a:prstGeom prst="hear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FB7D5C78-A0E1-7DEF-0EA7-45A2BA58E437}"/>
                  </a:ext>
                </a:extLst>
              </p:cNvPr>
              <p:cNvSpPr/>
              <p:nvPr/>
            </p:nvSpPr>
            <p:spPr>
              <a:xfrm rot="16200000">
                <a:off x="513542" y="651985"/>
                <a:ext cx="170320" cy="2914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541D1869-1B3C-6C48-8FB1-7D804B582313}"/>
              </a:ext>
            </a:extLst>
          </p:cNvPr>
          <p:cNvSpPr txBox="1"/>
          <p:nvPr/>
        </p:nvSpPr>
        <p:spPr>
          <a:xfrm>
            <a:off x="-233354" y="6529560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Richness</a:t>
            </a:r>
            <a:endParaRPr lang="fr-FR" sz="1600" b="1" cap="small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23C08B4-D289-3F54-4ECA-981EC3D9BED0}"/>
              </a:ext>
            </a:extLst>
          </p:cNvPr>
          <p:cNvSpPr txBox="1"/>
          <p:nvPr/>
        </p:nvSpPr>
        <p:spPr>
          <a:xfrm>
            <a:off x="2133473" y="6640192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543ACA2C-262C-B574-CD3F-E02D8C78AB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0349">
            <a:off x="2602007" y="6314393"/>
            <a:ext cx="711473" cy="377296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C3FD531-EF96-E44E-D075-C86D92766436}"/>
              </a:ext>
            </a:extLst>
          </p:cNvPr>
          <p:cNvSpPr txBox="1"/>
          <p:nvPr/>
        </p:nvSpPr>
        <p:spPr>
          <a:xfrm>
            <a:off x="4671044" y="6573769"/>
            <a:ext cx="16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Size-structure</a:t>
            </a: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721E0BD9-0A5E-CAE2-5396-5EA60D1799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31545">
            <a:off x="5333095" y="6186092"/>
            <a:ext cx="855051" cy="500518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7064DE1F-6B29-1C2E-D196-A36E781E21E1}"/>
              </a:ext>
            </a:extLst>
          </p:cNvPr>
          <p:cNvSpPr txBox="1"/>
          <p:nvPr/>
        </p:nvSpPr>
        <p:spPr>
          <a:xfrm>
            <a:off x="7091532" y="6584576"/>
            <a:ext cx="153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58BDDB25-6A49-C307-9630-132EF466484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82293" y="6182179"/>
            <a:ext cx="541169" cy="468679"/>
          </a:xfrm>
          <a:prstGeom prst="rect">
            <a:avLst/>
          </a:prstGeom>
        </p:spPr>
      </p:pic>
      <p:cxnSp>
        <p:nvCxnSpPr>
          <p:cNvPr id="35" name="Connecteur en angle 34">
            <a:extLst>
              <a:ext uri="{FF2B5EF4-FFF2-40B4-BE49-F238E27FC236}">
                <a16:creationId xmlns:a16="http://schemas.microsoft.com/office/drawing/2014/main" id="{D8440B5B-97FA-89F3-2C13-E51B3F191EEF}"/>
              </a:ext>
            </a:extLst>
          </p:cNvPr>
          <p:cNvCxnSpPr>
            <a:cxnSpLocks/>
            <a:endCxn id="13" idx="3"/>
          </p:cNvCxnSpPr>
          <p:nvPr/>
        </p:nvCxnSpPr>
        <p:spPr>
          <a:xfrm rot="10800000" flipV="1">
            <a:off x="777472" y="1378892"/>
            <a:ext cx="2302824" cy="2264428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9022642D-DBD3-4203-2F9B-936AB3089677}"/>
              </a:ext>
            </a:extLst>
          </p:cNvPr>
          <p:cNvSpPr txBox="1"/>
          <p:nvPr/>
        </p:nvSpPr>
        <p:spPr>
          <a:xfrm>
            <a:off x="732715" y="1653276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richness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7" name="Connecteur en angle 36">
            <a:extLst>
              <a:ext uri="{FF2B5EF4-FFF2-40B4-BE49-F238E27FC236}">
                <a16:creationId xmlns:a16="http://schemas.microsoft.com/office/drawing/2014/main" id="{98D1096F-C9BE-5A8E-7349-1BC082C9FB34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2941932" y="2091140"/>
            <a:ext cx="1630071" cy="980155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4F3AF571-536A-9BB0-2425-7D6BBE38C6BB}"/>
              </a:ext>
            </a:extLst>
          </p:cNvPr>
          <p:cNvSpPr txBox="1"/>
          <p:nvPr/>
        </p:nvSpPr>
        <p:spPr>
          <a:xfrm>
            <a:off x="1599679" y="2509474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More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productivity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2" name="Connecteur en angle 41">
            <a:extLst>
              <a:ext uri="{FF2B5EF4-FFF2-40B4-BE49-F238E27FC236}">
                <a16:creationId xmlns:a16="http://schemas.microsoft.com/office/drawing/2014/main" id="{8F2761FD-E342-9754-5FAD-461E3CDA6246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732657" y="1970941"/>
            <a:ext cx="1118559" cy="111340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103CE2B7-7C7D-FC7C-B314-2A3CDEE5301F}"/>
              </a:ext>
            </a:extLst>
          </p:cNvPr>
          <p:cNvSpPr txBox="1"/>
          <p:nvPr/>
        </p:nvSpPr>
        <p:spPr>
          <a:xfrm>
            <a:off x="4797973" y="2088296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predators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6" name="Connecteur en angle 45">
            <a:extLst>
              <a:ext uri="{FF2B5EF4-FFF2-40B4-BE49-F238E27FC236}">
                <a16:creationId xmlns:a16="http://schemas.microsoft.com/office/drawing/2014/main" id="{E594A341-A76A-1A95-523F-4DFA1F58181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83814" y="1182131"/>
            <a:ext cx="2055681" cy="1798535"/>
          </a:xfrm>
          <a:prstGeom prst="bentConnector3">
            <a:avLst>
              <a:gd name="adj1" fmla="val -1023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4F9124C5-FAE0-43E8-43F0-F1D431DA0FFE}"/>
              </a:ext>
            </a:extLst>
          </p:cNvPr>
          <p:cNvSpPr txBox="1"/>
          <p:nvPr/>
        </p:nvSpPr>
        <p:spPr>
          <a:xfrm>
            <a:off x="6574923" y="537171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stability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08BE190-8868-FE1E-2B5D-BDB6CA26D2DA}"/>
              </a:ext>
            </a:extLst>
          </p:cNvPr>
          <p:cNvSpPr txBox="1"/>
          <p:nvPr/>
        </p:nvSpPr>
        <p:spPr>
          <a:xfrm>
            <a:off x="2937767" y="2486854"/>
            <a:ext cx="164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warmer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energetic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loss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6B36F87-9251-9418-7D42-378FC1578951}"/>
              </a:ext>
            </a:extLst>
          </p:cNvPr>
          <p:cNvSpPr txBox="1"/>
          <p:nvPr/>
        </p:nvSpPr>
        <p:spPr>
          <a:xfrm>
            <a:off x="4801519" y="2540127"/>
            <a:ext cx="147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Warmer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smaller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predators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74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4C63-4972-C622-808E-C3650CAC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D942D625-E3B0-1284-1FCC-FAFBE3CDFDC9}"/>
              </a:ext>
            </a:extLst>
          </p:cNvPr>
          <p:cNvSpPr txBox="1"/>
          <p:nvPr/>
        </p:nvSpPr>
        <p:spPr>
          <a:xfrm>
            <a:off x="3686522" y="126466"/>
            <a:ext cx="2222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Long-</a:t>
            </a:r>
            <a:r>
              <a:rPr lang="fr-FR" sz="1400" dirty="0" err="1"/>
              <a:t>observed</a:t>
            </a:r>
            <a:r>
              <a:rPr lang="fr-FR" sz="1400" dirty="0"/>
              <a:t> </a:t>
            </a:r>
            <a:r>
              <a:rPr lang="fr-FR" sz="1400" dirty="0" err="1"/>
              <a:t>correlation</a:t>
            </a:r>
            <a:endParaRPr lang="fr-FR" sz="1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64295FD-98A7-48B5-C3EC-42C102B90CCE}"/>
              </a:ext>
            </a:extLst>
          </p:cNvPr>
          <p:cNvSpPr txBox="1"/>
          <p:nvPr/>
        </p:nvSpPr>
        <p:spPr>
          <a:xfrm rot="16200000">
            <a:off x="-71478" y="4307604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Coming</a:t>
            </a:r>
            <a:r>
              <a:rPr lang="fr-FR" dirty="0"/>
              <a:t> </a:t>
            </a:r>
            <a:r>
              <a:rPr lang="fr-FR" dirty="0" err="1"/>
              <a:t>soon</a:t>
            </a:r>
            <a:r>
              <a:rPr lang="fr-FR" dirty="0"/>
              <a:t>…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1DD6ACA-1DA4-7A05-55A2-B05C5B4E204A}"/>
              </a:ext>
            </a:extLst>
          </p:cNvPr>
          <p:cNvGrpSpPr/>
          <p:nvPr/>
        </p:nvGrpSpPr>
        <p:grpSpPr>
          <a:xfrm rot="19238181">
            <a:off x="506214" y="6318660"/>
            <a:ext cx="265467" cy="179036"/>
            <a:chOff x="138633" y="448756"/>
            <a:chExt cx="1783568" cy="1191200"/>
          </a:xfrm>
        </p:grpSpPr>
        <p:sp>
          <p:nvSpPr>
            <p:cNvPr id="19" name="Larme 18">
              <a:extLst>
                <a:ext uri="{FF2B5EF4-FFF2-40B4-BE49-F238E27FC236}">
                  <a16:creationId xmlns:a16="http://schemas.microsoft.com/office/drawing/2014/main" id="{5C0E9B33-8852-9232-116E-AD71EEC1480A}"/>
                </a:ext>
              </a:extLst>
            </p:cNvPr>
            <p:cNvSpPr/>
            <p:nvPr/>
          </p:nvSpPr>
          <p:spPr>
            <a:xfrm rot="4869643">
              <a:off x="233823" y="353566"/>
              <a:ext cx="900078" cy="1090458"/>
            </a:xfrm>
            <a:prstGeom prst="teardrop">
              <a:avLst>
                <a:gd name="adj" fmla="val 157019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Coeur 19">
              <a:extLst>
                <a:ext uri="{FF2B5EF4-FFF2-40B4-BE49-F238E27FC236}">
                  <a16:creationId xmlns:a16="http://schemas.microsoft.com/office/drawing/2014/main" id="{BED19DC7-7925-8A33-A0EB-E841D0C2A578}"/>
                </a:ext>
              </a:extLst>
            </p:cNvPr>
            <p:cNvSpPr/>
            <p:nvPr/>
          </p:nvSpPr>
          <p:spPr>
            <a:xfrm rot="7158251">
              <a:off x="1308866" y="1026620"/>
              <a:ext cx="501272" cy="725399"/>
            </a:xfrm>
            <a:prstGeom prst="hear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559314C4-2620-BB54-E0AE-A6B94465FB5B}"/>
                </a:ext>
              </a:extLst>
            </p:cNvPr>
            <p:cNvSpPr/>
            <p:nvPr/>
          </p:nvSpPr>
          <p:spPr>
            <a:xfrm rot="16200000">
              <a:off x="513542" y="651985"/>
              <a:ext cx="170320" cy="2914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8E61A2DA-B04E-93C4-5FA3-FA61736D846C}"/>
              </a:ext>
            </a:extLst>
          </p:cNvPr>
          <p:cNvGrpSpPr/>
          <p:nvPr/>
        </p:nvGrpSpPr>
        <p:grpSpPr>
          <a:xfrm>
            <a:off x="277004" y="5885398"/>
            <a:ext cx="685136" cy="423805"/>
            <a:chOff x="277003" y="5885398"/>
            <a:chExt cx="860459" cy="577723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701A6449-CF00-1080-CE24-E6B9C2461BD0}"/>
                </a:ext>
              </a:extLst>
            </p:cNvPr>
            <p:cNvGrpSpPr/>
            <p:nvPr/>
          </p:nvGrpSpPr>
          <p:grpSpPr>
            <a:xfrm>
              <a:off x="277003" y="5885398"/>
              <a:ext cx="425433" cy="577723"/>
              <a:chOff x="138633" y="448756"/>
              <a:chExt cx="1783568" cy="1191200"/>
            </a:xfrm>
          </p:grpSpPr>
          <p:sp>
            <p:nvSpPr>
              <p:cNvPr id="15" name="Larme 14">
                <a:extLst>
                  <a:ext uri="{FF2B5EF4-FFF2-40B4-BE49-F238E27FC236}">
                    <a16:creationId xmlns:a16="http://schemas.microsoft.com/office/drawing/2014/main" id="{985CAC0D-16D3-FAA3-322C-2305A4D8CE54}"/>
                  </a:ext>
                </a:extLst>
              </p:cNvPr>
              <p:cNvSpPr/>
              <p:nvPr/>
            </p:nvSpPr>
            <p:spPr>
              <a:xfrm rot="4869643">
                <a:off x="233823" y="353566"/>
                <a:ext cx="900078" cy="1090458"/>
              </a:xfrm>
              <a:prstGeom prst="teardrop">
                <a:avLst>
                  <a:gd name="adj" fmla="val 157019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Coeur 15">
                <a:extLst>
                  <a:ext uri="{FF2B5EF4-FFF2-40B4-BE49-F238E27FC236}">
                    <a16:creationId xmlns:a16="http://schemas.microsoft.com/office/drawing/2014/main" id="{4CAB078D-D35D-C366-7284-6DA5C9A262BA}"/>
                  </a:ext>
                </a:extLst>
              </p:cNvPr>
              <p:cNvSpPr/>
              <p:nvPr/>
            </p:nvSpPr>
            <p:spPr>
              <a:xfrm rot="7158251">
                <a:off x="1308866" y="1026620"/>
                <a:ext cx="501272" cy="725399"/>
              </a:xfrm>
              <a:prstGeom prst="hear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64D21AD0-08D6-2EB4-B952-C53C8D332544}"/>
                  </a:ext>
                </a:extLst>
              </p:cNvPr>
              <p:cNvSpPr/>
              <p:nvPr/>
            </p:nvSpPr>
            <p:spPr>
              <a:xfrm rot="16200000">
                <a:off x="513542" y="651985"/>
                <a:ext cx="170320" cy="2914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CEFA52CF-C7C0-0B5B-2EE0-C58BB77F124A}"/>
                </a:ext>
              </a:extLst>
            </p:cNvPr>
            <p:cNvGrpSpPr/>
            <p:nvPr/>
          </p:nvGrpSpPr>
          <p:grpSpPr>
            <a:xfrm rot="10432649">
              <a:off x="675792" y="6002617"/>
              <a:ext cx="461670" cy="440774"/>
              <a:chOff x="138633" y="448756"/>
              <a:chExt cx="1783568" cy="1191200"/>
            </a:xfrm>
          </p:grpSpPr>
          <p:sp>
            <p:nvSpPr>
              <p:cNvPr id="23" name="Larme 22">
                <a:extLst>
                  <a:ext uri="{FF2B5EF4-FFF2-40B4-BE49-F238E27FC236}">
                    <a16:creationId xmlns:a16="http://schemas.microsoft.com/office/drawing/2014/main" id="{11F96875-BD7E-EA65-8B34-F32F2E5D2DC6}"/>
                  </a:ext>
                </a:extLst>
              </p:cNvPr>
              <p:cNvSpPr/>
              <p:nvPr/>
            </p:nvSpPr>
            <p:spPr>
              <a:xfrm rot="4869643">
                <a:off x="233823" y="353566"/>
                <a:ext cx="900078" cy="1090458"/>
              </a:xfrm>
              <a:prstGeom prst="teardrop">
                <a:avLst>
                  <a:gd name="adj" fmla="val 157019"/>
                </a:avLst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Coeur 23">
                <a:extLst>
                  <a:ext uri="{FF2B5EF4-FFF2-40B4-BE49-F238E27FC236}">
                    <a16:creationId xmlns:a16="http://schemas.microsoft.com/office/drawing/2014/main" id="{0B0D2427-FE62-5E34-19CE-DD1E7BF4DB2A}"/>
                  </a:ext>
                </a:extLst>
              </p:cNvPr>
              <p:cNvSpPr/>
              <p:nvPr/>
            </p:nvSpPr>
            <p:spPr>
              <a:xfrm rot="7158251">
                <a:off x="1308866" y="1026620"/>
                <a:ext cx="501272" cy="725399"/>
              </a:xfrm>
              <a:prstGeom prst="hear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0D6CC68A-5001-D5D0-377A-171D29751010}"/>
                  </a:ext>
                </a:extLst>
              </p:cNvPr>
              <p:cNvSpPr/>
              <p:nvPr/>
            </p:nvSpPr>
            <p:spPr>
              <a:xfrm rot="16200000">
                <a:off x="513542" y="651985"/>
                <a:ext cx="170320" cy="2914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AAF9B763-B74B-4ECB-0967-FB3024FA9695}"/>
              </a:ext>
            </a:extLst>
          </p:cNvPr>
          <p:cNvSpPr txBox="1"/>
          <p:nvPr/>
        </p:nvSpPr>
        <p:spPr>
          <a:xfrm>
            <a:off x="-233354" y="6529560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 err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Richness</a:t>
            </a:r>
            <a:endParaRPr lang="fr-FR" sz="1600" b="1" cap="small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CD0CD61-AFEA-CDBC-6779-C474AC43A291}"/>
              </a:ext>
            </a:extLst>
          </p:cNvPr>
          <p:cNvSpPr txBox="1"/>
          <p:nvPr/>
        </p:nvSpPr>
        <p:spPr>
          <a:xfrm>
            <a:off x="2133473" y="6640192"/>
            <a:ext cx="1893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3E3B37B7-5CBC-CFB2-9D80-467D8BBD9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0349">
            <a:off x="2602007" y="6314393"/>
            <a:ext cx="711473" cy="377296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3B5ABA6E-72A5-6882-C69C-61ADC5923E0A}"/>
              </a:ext>
            </a:extLst>
          </p:cNvPr>
          <p:cNvSpPr txBox="1"/>
          <p:nvPr/>
        </p:nvSpPr>
        <p:spPr>
          <a:xfrm>
            <a:off x="4671044" y="6573769"/>
            <a:ext cx="16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Size-structure</a:t>
            </a: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4971D49A-0635-44EF-37A2-9475FB317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1545">
            <a:off x="5333095" y="6186092"/>
            <a:ext cx="855051" cy="500518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18568949-8E72-3116-3A03-759F4F49E814}"/>
              </a:ext>
            </a:extLst>
          </p:cNvPr>
          <p:cNvSpPr txBox="1"/>
          <p:nvPr/>
        </p:nvSpPr>
        <p:spPr>
          <a:xfrm>
            <a:off x="7091532" y="6584576"/>
            <a:ext cx="1533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0DA82768-4F10-0AD7-1C44-83C5763BD6B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82293" y="6182179"/>
            <a:ext cx="541169" cy="468679"/>
          </a:xfrm>
          <a:prstGeom prst="rect">
            <a:avLst/>
          </a:prstGeom>
        </p:spPr>
      </p:pic>
      <p:cxnSp>
        <p:nvCxnSpPr>
          <p:cNvPr id="35" name="Connecteur en angle 34">
            <a:extLst>
              <a:ext uri="{FF2B5EF4-FFF2-40B4-BE49-F238E27FC236}">
                <a16:creationId xmlns:a16="http://schemas.microsoft.com/office/drawing/2014/main" id="{76E6EBD3-F68D-CC28-78B0-AD5F21AF367B}"/>
              </a:ext>
            </a:extLst>
          </p:cNvPr>
          <p:cNvCxnSpPr>
            <a:cxnSpLocks/>
            <a:endCxn id="13" idx="3"/>
          </p:cNvCxnSpPr>
          <p:nvPr/>
        </p:nvCxnSpPr>
        <p:spPr>
          <a:xfrm rot="10800000" flipV="1">
            <a:off x="777472" y="1378892"/>
            <a:ext cx="2302824" cy="2264428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27AF8019-7EF0-0E8A-6CAB-CBCE2AB86B2B}"/>
              </a:ext>
            </a:extLst>
          </p:cNvPr>
          <p:cNvSpPr txBox="1"/>
          <p:nvPr/>
        </p:nvSpPr>
        <p:spPr>
          <a:xfrm>
            <a:off x="732715" y="1653276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richness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7" name="Connecteur en angle 36">
            <a:extLst>
              <a:ext uri="{FF2B5EF4-FFF2-40B4-BE49-F238E27FC236}">
                <a16:creationId xmlns:a16="http://schemas.microsoft.com/office/drawing/2014/main" id="{FCD7ECD6-E51A-A4CA-FEF4-C1F0D52AE1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41932" y="2091140"/>
            <a:ext cx="1630071" cy="980155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A5339435-8F52-4849-1209-5CB8B280A4D1}"/>
              </a:ext>
            </a:extLst>
          </p:cNvPr>
          <p:cNvSpPr txBox="1"/>
          <p:nvPr/>
        </p:nvSpPr>
        <p:spPr>
          <a:xfrm>
            <a:off x="1599679" y="2509474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More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productivity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2" name="Connecteur en angle 41">
            <a:extLst>
              <a:ext uri="{FF2B5EF4-FFF2-40B4-BE49-F238E27FC236}">
                <a16:creationId xmlns:a16="http://schemas.microsoft.com/office/drawing/2014/main" id="{EDF64561-EA8B-57BE-855A-D80227BA96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32657" y="1970941"/>
            <a:ext cx="1118559" cy="111340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A7ADD743-25CC-41A8-FA0F-DE72AA4A7F3E}"/>
              </a:ext>
            </a:extLst>
          </p:cNvPr>
          <p:cNvSpPr txBox="1"/>
          <p:nvPr/>
        </p:nvSpPr>
        <p:spPr>
          <a:xfrm>
            <a:off x="4797973" y="2088296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predators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6" name="Connecteur en angle 45">
            <a:extLst>
              <a:ext uri="{FF2B5EF4-FFF2-40B4-BE49-F238E27FC236}">
                <a16:creationId xmlns:a16="http://schemas.microsoft.com/office/drawing/2014/main" id="{35CBB28F-6D80-5C5D-48B6-F152B1A788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83814" y="1182131"/>
            <a:ext cx="2055681" cy="1798535"/>
          </a:xfrm>
          <a:prstGeom prst="bentConnector3">
            <a:avLst>
              <a:gd name="adj1" fmla="val -1023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8C5675F6-481D-C947-F94A-A20E73DC235C}"/>
              </a:ext>
            </a:extLst>
          </p:cNvPr>
          <p:cNvSpPr txBox="1"/>
          <p:nvPr/>
        </p:nvSpPr>
        <p:spPr>
          <a:xfrm>
            <a:off x="6574923" y="537171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Larger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stability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11043DA3-ACEE-4193-9DCE-0119CF0883CA}"/>
              </a:ext>
            </a:extLst>
          </p:cNvPr>
          <p:cNvSpPr txBox="1"/>
          <p:nvPr/>
        </p:nvSpPr>
        <p:spPr>
          <a:xfrm>
            <a:off x="2937767" y="2486854"/>
            <a:ext cx="164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warmer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Greater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energetic</a:t>
            </a:r>
            <a:r>
              <a:rPr lang="fr-FR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2">
                    <a:lumMod val="50000"/>
                  </a:schemeClr>
                </a:solidFill>
              </a:rPr>
              <a:t>loss</a:t>
            </a:r>
            <a:endParaRPr lang="fr-FR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1CA1D0B-7FE1-7502-91A4-97766E293356}"/>
              </a:ext>
            </a:extLst>
          </p:cNvPr>
          <p:cNvSpPr txBox="1"/>
          <p:nvPr/>
        </p:nvSpPr>
        <p:spPr>
          <a:xfrm>
            <a:off x="4801519" y="2540127"/>
            <a:ext cx="147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Warmer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ecosystem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smaller</a:t>
            </a:r>
            <a:r>
              <a:rPr lang="fr-FR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accent1">
                    <a:lumMod val="50000"/>
                  </a:schemeClr>
                </a:solidFill>
              </a:rPr>
              <a:t>predators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C78EEB9A-2639-4392-8E4C-8A0462575C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381" y="3199527"/>
            <a:ext cx="2590619" cy="2954924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FDDC9DE3-5924-B87A-9933-99F1F4F80D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513" y="427773"/>
            <a:ext cx="3343868" cy="1625423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79DF344-B8D4-DBB5-44F2-6A9EB29C36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9238" y="2983619"/>
            <a:ext cx="2322342" cy="3621931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3A8AFE71-1CAA-7D61-3B4F-66EC1A9A7E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1530" y="3222903"/>
            <a:ext cx="2105834" cy="328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9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</TotalTime>
  <Words>367</Words>
  <Application>Microsoft Macintosh PowerPoint</Application>
  <PresentationFormat>Affichage à l'écran (4:3)</PresentationFormat>
  <Paragraphs>125</Paragraphs>
  <Slides>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Marie-Elodie Perga</dc:creator>
  <cp:lastModifiedBy>Marie-Elodie Perga</cp:lastModifiedBy>
  <cp:revision>10</cp:revision>
  <dcterms:created xsi:type="dcterms:W3CDTF">2025-09-05T15:09:01Z</dcterms:created>
  <dcterms:modified xsi:type="dcterms:W3CDTF">2026-01-22T08:09:06Z</dcterms:modified>
</cp:coreProperties>
</file>